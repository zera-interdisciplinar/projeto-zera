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8"/>
  </p:notesMasterIdLst>
  <p:sldIdLst>
    <p:sldId id="275" r:id="rId2"/>
    <p:sldId id="281" r:id="rId3"/>
    <p:sldId id="276" r:id="rId4"/>
    <p:sldId id="258" r:id="rId5"/>
    <p:sldId id="277" r:id="rId6"/>
    <p:sldId id="265" r:id="rId7"/>
    <p:sldId id="266" r:id="rId8"/>
    <p:sldId id="267" r:id="rId9"/>
    <p:sldId id="273" r:id="rId10"/>
    <p:sldId id="274" r:id="rId11"/>
    <p:sldId id="278" r:id="rId12"/>
    <p:sldId id="261" r:id="rId13"/>
    <p:sldId id="279" r:id="rId14"/>
    <p:sldId id="263" r:id="rId15"/>
    <p:sldId id="280" r:id="rId16"/>
    <p:sldId id="282" r:id="rId1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58D1"/>
    <a:srgbClr val="F5F1E6"/>
    <a:srgbClr val="10B981"/>
    <a:srgbClr val="2457B6"/>
    <a:srgbClr val="002060"/>
    <a:srgbClr val="F59E0B"/>
    <a:srgbClr val="152D6B"/>
    <a:srgbClr val="000510"/>
    <a:srgbClr val="2356B6"/>
    <a:srgbClr val="1F53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86AFFA-5AF2-971D-D894-07B5C94CDF4E}" v="31" dt="2026-05-10T23:55:12.689"/>
    <p1510:client id="{C0FF9158-1014-4D97-BCFC-FEC2B2DD4A4C}" v="236" dt="2026-05-11T00:33:49.618"/>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Estilo Claro 1 - Ênfas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Estilo Médio 3 - Ênfas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BC3138-F4E9-4A3A-B3F0-764BA9C7FDC7}" type="doc">
      <dgm:prSet loTypeId="urn:microsoft.com/office/officeart/2008/layout/LinedList" loCatId="list" qsTypeId="urn:microsoft.com/office/officeart/2005/8/quickstyle/simple1" qsCatId="simple" csTypeId="urn:microsoft.com/office/officeart/2005/8/colors/accent0_2" csCatId="mainScheme"/>
      <dgm:spPr/>
      <dgm:t>
        <a:bodyPr/>
        <a:lstStyle/>
        <a:p>
          <a:endParaRPr lang="en-US"/>
        </a:p>
      </dgm:t>
    </dgm:pt>
    <dgm:pt modelId="{6C66425D-28A9-41BF-923F-C0E85A7E55BC}">
      <dgm:prSet/>
      <dgm:spPr/>
      <dgm:t>
        <a:bodyPr/>
        <a:lstStyle/>
        <a:p>
          <a:r>
            <a:rPr lang="pt-BR">
              <a:latin typeface="Tw Cen MT" panose="020B0602020104020603" pitchFamily="34" charset="0"/>
            </a:rPr>
            <a:t>Gabriel Teles Cirino</a:t>
          </a:r>
          <a:endParaRPr lang="en-US">
            <a:latin typeface="Tw Cen MT" panose="020B0602020104020603" pitchFamily="34" charset="0"/>
          </a:endParaRPr>
        </a:p>
      </dgm:t>
    </dgm:pt>
    <dgm:pt modelId="{90F7916F-3654-455F-82EB-69BC74673DAC}" type="parTrans" cxnId="{E66ACBF9-D5CC-48A0-A5EB-0253F790BD3C}">
      <dgm:prSet/>
      <dgm:spPr/>
      <dgm:t>
        <a:bodyPr/>
        <a:lstStyle/>
        <a:p>
          <a:endParaRPr lang="en-US"/>
        </a:p>
      </dgm:t>
    </dgm:pt>
    <dgm:pt modelId="{AC3702FF-FD1A-4C94-B9DA-9C42DADB38EC}" type="sibTrans" cxnId="{E66ACBF9-D5CC-48A0-A5EB-0253F790BD3C}">
      <dgm:prSet/>
      <dgm:spPr/>
      <dgm:t>
        <a:bodyPr/>
        <a:lstStyle/>
        <a:p>
          <a:endParaRPr lang="en-US"/>
        </a:p>
      </dgm:t>
    </dgm:pt>
    <dgm:pt modelId="{CB8EACB9-D2BC-44CE-AB05-20923DF123F2}">
      <dgm:prSet/>
      <dgm:spPr/>
      <dgm:t>
        <a:bodyPr/>
        <a:lstStyle/>
        <a:p>
          <a:r>
            <a:rPr lang="pt-BR">
              <a:latin typeface="Tw Cen MT" panose="020B0602020104020603" pitchFamily="34" charset="0"/>
            </a:rPr>
            <a:t>João </a:t>
          </a:r>
          <a:r>
            <a:rPr lang="pt-BR" err="1">
              <a:latin typeface="Tw Cen MT" panose="020B0602020104020603" pitchFamily="34" charset="0"/>
            </a:rPr>
            <a:t>Bertozi</a:t>
          </a:r>
          <a:r>
            <a:rPr lang="pt-BR">
              <a:latin typeface="Tw Cen MT" panose="020B0602020104020603" pitchFamily="34" charset="0"/>
            </a:rPr>
            <a:t> Neto</a:t>
          </a:r>
          <a:endParaRPr lang="en-US">
            <a:latin typeface="Tw Cen MT" panose="020B0602020104020603" pitchFamily="34" charset="0"/>
          </a:endParaRPr>
        </a:p>
      </dgm:t>
    </dgm:pt>
    <dgm:pt modelId="{0E673EA3-3F49-4932-BE57-29282D393A70}" type="parTrans" cxnId="{27B41865-EC27-4D0E-83D1-43EE727460AF}">
      <dgm:prSet/>
      <dgm:spPr/>
      <dgm:t>
        <a:bodyPr/>
        <a:lstStyle/>
        <a:p>
          <a:endParaRPr lang="en-US"/>
        </a:p>
      </dgm:t>
    </dgm:pt>
    <dgm:pt modelId="{442720FD-4D9B-4630-B86B-F0E6C58A8018}" type="sibTrans" cxnId="{27B41865-EC27-4D0E-83D1-43EE727460AF}">
      <dgm:prSet/>
      <dgm:spPr/>
      <dgm:t>
        <a:bodyPr/>
        <a:lstStyle/>
        <a:p>
          <a:endParaRPr lang="en-US"/>
        </a:p>
      </dgm:t>
    </dgm:pt>
    <dgm:pt modelId="{D15B7879-75F4-4F93-BAA2-D8A728D8FBAD}">
      <dgm:prSet/>
      <dgm:spPr/>
      <dgm:t>
        <a:bodyPr/>
        <a:lstStyle/>
        <a:p>
          <a:r>
            <a:rPr lang="pt-BR">
              <a:latin typeface="Tw Cen MT" panose="020B0602020104020603" pitchFamily="34" charset="0"/>
            </a:rPr>
            <a:t>Mariana de Souza Almeida</a:t>
          </a:r>
          <a:endParaRPr lang="en-US">
            <a:latin typeface="Tw Cen MT" panose="020B0602020104020603" pitchFamily="34" charset="0"/>
          </a:endParaRPr>
        </a:p>
      </dgm:t>
    </dgm:pt>
    <dgm:pt modelId="{56C1C6AC-010A-4D4D-98EE-80C2606DB53B}" type="parTrans" cxnId="{6B689285-1F37-4FB1-B53F-E53A3546A9E8}">
      <dgm:prSet/>
      <dgm:spPr/>
      <dgm:t>
        <a:bodyPr/>
        <a:lstStyle/>
        <a:p>
          <a:endParaRPr lang="en-US"/>
        </a:p>
      </dgm:t>
    </dgm:pt>
    <dgm:pt modelId="{1D18E3A3-3332-464D-B862-1F86A40AB5C7}" type="sibTrans" cxnId="{6B689285-1F37-4FB1-B53F-E53A3546A9E8}">
      <dgm:prSet/>
      <dgm:spPr/>
      <dgm:t>
        <a:bodyPr/>
        <a:lstStyle/>
        <a:p>
          <a:endParaRPr lang="en-US"/>
        </a:p>
      </dgm:t>
    </dgm:pt>
    <dgm:pt modelId="{61D63F39-4DB9-4624-8309-FC7E1B1E416B}">
      <dgm:prSet/>
      <dgm:spPr/>
      <dgm:t>
        <a:bodyPr/>
        <a:lstStyle/>
        <a:p>
          <a:r>
            <a:rPr lang="pt-BR">
              <a:latin typeface="Tw Cen MT" panose="020B0602020104020603" pitchFamily="34" charset="0"/>
            </a:rPr>
            <a:t>Maytê Bernardino Bastos </a:t>
          </a:r>
          <a:endParaRPr lang="en-US">
            <a:latin typeface="Tw Cen MT" panose="020B0602020104020603" pitchFamily="34" charset="0"/>
          </a:endParaRPr>
        </a:p>
      </dgm:t>
    </dgm:pt>
    <dgm:pt modelId="{0EB49A30-5AD3-4419-AFCA-74E40AA51AEB}" type="parTrans" cxnId="{C5181303-C40F-4968-A8C8-268D88B27BE7}">
      <dgm:prSet/>
      <dgm:spPr/>
      <dgm:t>
        <a:bodyPr/>
        <a:lstStyle/>
        <a:p>
          <a:endParaRPr lang="en-US"/>
        </a:p>
      </dgm:t>
    </dgm:pt>
    <dgm:pt modelId="{1B555B60-E62E-4990-A698-4616B1F0DCE1}" type="sibTrans" cxnId="{C5181303-C40F-4968-A8C8-268D88B27BE7}">
      <dgm:prSet/>
      <dgm:spPr/>
      <dgm:t>
        <a:bodyPr/>
        <a:lstStyle/>
        <a:p>
          <a:endParaRPr lang="en-US"/>
        </a:p>
      </dgm:t>
    </dgm:pt>
    <dgm:pt modelId="{851DB76A-8209-4403-B795-69C04A145D85}">
      <dgm:prSet/>
      <dgm:spPr/>
      <dgm:t>
        <a:bodyPr/>
        <a:lstStyle/>
        <a:p>
          <a:r>
            <a:rPr lang="pt-BR">
              <a:latin typeface="Tw Cen MT" panose="020B0602020104020603" pitchFamily="34" charset="0"/>
            </a:rPr>
            <a:t>Pedro Almeida Rufino</a:t>
          </a:r>
          <a:endParaRPr lang="en-US">
            <a:latin typeface="Tw Cen MT" panose="020B0602020104020603" pitchFamily="34" charset="0"/>
          </a:endParaRPr>
        </a:p>
      </dgm:t>
    </dgm:pt>
    <dgm:pt modelId="{75C18C71-9DEB-4301-8C43-19B4DFBDFBA0}" type="parTrans" cxnId="{400F8D2E-5C59-42E8-85BB-55266B76A5AB}">
      <dgm:prSet/>
      <dgm:spPr/>
      <dgm:t>
        <a:bodyPr/>
        <a:lstStyle/>
        <a:p>
          <a:endParaRPr lang="en-US"/>
        </a:p>
      </dgm:t>
    </dgm:pt>
    <dgm:pt modelId="{38D9C645-75C7-43E5-A54C-8FF9395642C2}" type="sibTrans" cxnId="{400F8D2E-5C59-42E8-85BB-55266B76A5AB}">
      <dgm:prSet/>
      <dgm:spPr/>
      <dgm:t>
        <a:bodyPr/>
        <a:lstStyle/>
        <a:p>
          <a:endParaRPr lang="en-US"/>
        </a:p>
      </dgm:t>
    </dgm:pt>
    <dgm:pt modelId="{89031014-3291-4D94-939E-E8FEB9308D98}" type="pres">
      <dgm:prSet presAssocID="{2BBC3138-F4E9-4A3A-B3F0-764BA9C7FDC7}" presName="vert0" presStyleCnt="0">
        <dgm:presLayoutVars>
          <dgm:dir/>
          <dgm:animOne val="branch"/>
          <dgm:animLvl val="lvl"/>
        </dgm:presLayoutVars>
      </dgm:prSet>
      <dgm:spPr/>
    </dgm:pt>
    <dgm:pt modelId="{A8DB4BF6-D73C-4C9A-A8CB-8C988E6631FB}" type="pres">
      <dgm:prSet presAssocID="{6C66425D-28A9-41BF-923F-C0E85A7E55BC}" presName="thickLine" presStyleLbl="alignNode1" presStyleIdx="0" presStyleCnt="5"/>
      <dgm:spPr/>
    </dgm:pt>
    <dgm:pt modelId="{41B0C188-5DA3-4CB1-9AF3-BF6EDCC9A7EA}" type="pres">
      <dgm:prSet presAssocID="{6C66425D-28A9-41BF-923F-C0E85A7E55BC}" presName="horz1" presStyleCnt="0"/>
      <dgm:spPr/>
    </dgm:pt>
    <dgm:pt modelId="{B82E357D-8AC4-46FB-865F-63256F00432D}" type="pres">
      <dgm:prSet presAssocID="{6C66425D-28A9-41BF-923F-C0E85A7E55BC}" presName="tx1" presStyleLbl="revTx" presStyleIdx="0" presStyleCnt="5"/>
      <dgm:spPr/>
    </dgm:pt>
    <dgm:pt modelId="{B9D4E778-5CCC-43BD-9723-CBF3A3DB73B8}" type="pres">
      <dgm:prSet presAssocID="{6C66425D-28A9-41BF-923F-C0E85A7E55BC}" presName="vert1" presStyleCnt="0"/>
      <dgm:spPr/>
    </dgm:pt>
    <dgm:pt modelId="{8B72E64C-0639-4961-B3AC-BE2695003DD7}" type="pres">
      <dgm:prSet presAssocID="{CB8EACB9-D2BC-44CE-AB05-20923DF123F2}" presName="thickLine" presStyleLbl="alignNode1" presStyleIdx="1" presStyleCnt="5"/>
      <dgm:spPr/>
    </dgm:pt>
    <dgm:pt modelId="{3EE8EEA8-2014-4941-9458-D520F0360D71}" type="pres">
      <dgm:prSet presAssocID="{CB8EACB9-D2BC-44CE-AB05-20923DF123F2}" presName="horz1" presStyleCnt="0"/>
      <dgm:spPr/>
    </dgm:pt>
    <dgm:pt modelId="{87F98E10-0A2F-4BA7-B0AC-FA379140CEB4}" type="pres">
      <dgm:prSet presAssocID="{CB8EACB9-D2BC-44CE-AB05-20923DF123F2}" presName="tx1" presStyleLbl="revTx" presStyleIdx="1" presStyleCnt="5"/>
      <dgm:spPr/>
    </dgm:pt>
    <dgm:pt modelId="{3E7D8744-84EE-4300-A542-5A1FFAB246B4}" type="pres">
      <dgm:prSet presAssocID="{CB8EACB9-D2BC-44CE-AB05-20923DF123F2}" presName="vert1" presStyleCnt="0"/>
      <dgm:spPr/>
    </dgm:pt>
    <dgm:pt modelId="{9F2B35EF-D67B-427C-B5BA-EC2C9D97B582}" type="pres">
      <dgm:prSet presAssocID="{D15B7879-75F4-4F93-BAA2-D8A728D8FBAD}" presName="thickLine" presStyleLbl="alignNode1" presStyleIdx="2" presStyleCnt="5"/>
      <dgm:spPr/>
    </dgm:pt>
    <dgm:pt modelId="{CDD55563-3BFE-4990-A351-048C18C5DDA0}" type="pres">
      <dgm:prSet presAssocID="{D15B7879-75F4-4F93-BAA2-D8A728D8FBAD}" presName="horz1" presStyleCnt="0"/>
      <dgm:spPr/>
    </dgm:pt>
    <dgm:pt modelId="{D17D7282-ABDA-46FD-9BCE-C13D13149366}" type="pres">
      <dgm:prSet presAssocID="{D15B7879-75F4-4F93-BAA2-D8A728D8FBAD}" presName="tx1" presStyleLbl="revTx" presStyleIdx="2" presStyleCnt="5"/>
      <dgm:spPr/>
    </dgm:pt>
    <dgm:pt modelId="{25C65E0A-F8A2-4971-91D2-C3A539C0EAB0}" type="pres">
      <dgm:prSet presAssocID="{D15B7879-75F4-4F93-BAA2-D8A728D8FBAD}" presName="vert1" presStyleCnt="0"/>
      <dgm:spPr/>
    </dgm:pt>
    <dgm:pt modelId="{78652168-06EC-47B8-909C-E96F1795C4C4}" type="pres">
      <dgm:prSet presAssocID="{61D63F39-4DB9-4624-8309-FC7E1B1E416B}" presName="thickLine" presStyleLbl="alignNode1" presStyleIdx="3" presStyleCnt="5"/>
      <dgm:spPr/>
    </dgm:pt>
    <dgm:pt modelId="{4942C3EA-A3F2-4938-85E4-4DB8E3A45F8F}" type="pres">
      <dgm:prSet presAssocID="{61D63F39-4DB9-4624-8309-FC7E1B1E416B}" presName="horz1" presStyleCnt="0"/>
      <dgm:spPr/>
    </dgm:pt>
    <dgm:pt modelId="{0D1CBCA4-CC3E-4650-AB60-E180B00C72CE}" type="pres">
      <dgm:prSet presAssocID="{61D63F39-4DB9-4624-8309-FC7E1B1E416B}" presName="tx1" presStyleLbl="revTx" presStyleIdx="3" presStyleCnt="5"/>
      <dgm:spPr/>
    </dgm:pt>
    <dgm:pt modelId="{8A104081-95DD-4D88-BEA3-D0930FB950FE}" type="pres">
      <dgm:prSet presAssocID="{61D63F39-4DB9-4624-8309-FC7E1B1E416B}" presName="vert1" presStyleCnt="0"/>
      <dgm:spPr/>
    </dgm:pt>
    <dgm:pt modelId="{AADBB68B-1C56-4C7C-9343-0CB4DA2A0CC9}" type="pres">
      <dgm:prSet presAssocID="{851DB76A-8209-4403-B795-69C04A145D85}" presName="thickLine" presStyleLbl="alignNode1" presStyleIdx="4" presStyleCnt="5"/>
      <dgm:spPr/>
    </dgm:pt>
    <dgm:pt modelId="{07D9A35B-D792-430D-B14E-2A358B558FFE}" type="pres">
      <dgm:prSet presAssocID="{851DB76A-8209-4403-B795-69C04A145D85}" presName="horz1" presStyleCnt="0"/>
      <dgm:spPr/>
    </dgm:pt>
    <dgm:pt modelId="{3CF1D2BF-E638-4B91-977C-7CBB5C67E052}" type="pres">
      <dgm:prSet presAssocID="{851DB76A-8209-4403-B795-69C04A145D85}" presName="tx1" presStyleLbl="revTx" presStyleIdx="4" presStyleCnt="5"/>
      <dgm:spPr/>
    </dgm:pt>
    <dgm:pt modelId="{64F77FD4-54E9-4592-AD50-9C43516FE09D}" type="pres">
      <dgm:prSet presAssocID="{851DB76A-8209-4403-B795-69C04A145D85}" presName="vert1" presStyleCnt="0"/>
      <dgm:spPr/>
    </dgm:pt>
  </dgm:ptLst>
  <dgm:cxnLst>
    <dgm:cxn modelId="{C5181303-C40F-4968-A8C8-268D88B27BE7}" srcId="{2BBC3138-F4E9-4A3A-B3F0-764BA9C7FDC7}" destId="{61D63F39-4DB9-4624-8309-FC7E1B1E416B}" srcOrd="3" destOrd="0" parTransId="{0EB49A30-5AD3-4419-AFCA-74E40AA51AEB}" sibTransId="{1B555B60-E62E-4990-A698-4616B1F0DCE1}"/>
    <dgm:cxn modelId="{18D61205-82CF-4DB3-A106-2B80D4B032DD}" type="presOf" srcId="{851DB76A-8209-4403-B795-69C04A145D85}" destId="{3CF1D2BF-E638-4B91-977C-7CBB5C67E052}" srcOrd="0" destOrd="0" presId="urn:microsoft.com/office/officeart/2008/layout/LinedList"/>
    <dgm:cxn modelId="{97345A19-9873-41D7-8AF2-CE6C8FF78EE5}" type="presOf" srcId="{2BBC3138-F4E9-4A3A-B3F0-764BA9C7FDC7}" destId="{89031014-3291-4D94-939E-E8FEB9308D98}" srcOrd="0" destOrd="0" presId="urn:microsoft.com/office/officeart/2008/layout/LinedList"/>
    <dgm:cxn modelId="{400F8D2E-5C59-42E8-85BB-55266B76A5AB}" srcId="{2BBC3138-F4E9-4A3A-B3F0-764BA9C7FDC7}" destId="{851DB76A-8209-4403-B795-69C04A145D85}" srcOrd="4" destOrd="0" parTransId="{75C18C71-9DEB-4301-8C43-19B4DFBDFBA0}" sibTransId="{38D9C645-75C7-43E5-A54C-8FF9395642C2}"/>
    <dgm:cxn modelId="{27B41865-EC27-4D0E-83D1-43EE727460AF}" srcId="{2BBC3138-F4E9-4A3A-B3F0-764BA9C7FDC7}" destId="{CB8EACB9-D2BC-44CE-AB05-20923DF123F2}" srcOrd="1" destOrd="0" parTransId="{0E673EA3-3F49-4932-BE57-29282D393A70}" sibTransId="{442720FD-4D9B-4630-B86B-F0E6C58A8018}"/>
    <dgm:cxn modelId="{910B744E-65A2-4A25-81F7-1A4F2BC19B8C}" type="presOf" srcId="{61D63F39-4DB9-4624-8309-FC7E1B1E416B}" destId="{0D1CBCA4-CC3E-4650-AB60-E180B00C72CE}" srcOrd="0" destOrd="0" presId="urn:microsoft.com/office/officeart/2008/layout/LinedList"/>
    <dgm:cxn modelId="{6B689285-1F37-4FB1-B53F-E53A3546A9E8}" srcId="{2BBC3138-F4E9-4A3A-B3F0-764BA9C7FDC7}" destId="{D15B7879-75F4-4F93-BAA2-D8A728D8FBAD}" srcOrd="2" destOrd="0" parTransId="{56C1C6AC-010A-4D4D-98EE-80C2606DB53B}" sibTransId="{1D18E3A3-3332-464D-B862-1F86A40AB5C7}"/>
    <dgm:cxn modelId="{3C9E758E-0FE0-47BE-A8EE-0C491B8359D8}" type="presOf" srcId="{6C66425D-28A9-41BF-923F-C0E85A7E55BC}" destId="{B82E357D-8AC4-46FB-865F-63256F00432D}" srcOrd="0" destOrd="0" presId="urn:microsoft.com/office/officeart/2008/layout/LinedList"/>
    <dgm:cxn modelId="{960054BF-0BA7-4E94-BAB2-F4E736E98849}" type="presOf" srcId="{CB8EACB9-D2BC-44CE-AB05-20923DF123F2}" destId="{87F98E10-0A2F-4BA7-B0AC-FA379140CEB4}" srcOrd="0" destOrd="0" presId="urn:microsoft.com/office/officeart/2008/layout/LinedList"/>
    <dgm:cxn modelId="{467D0AEB-3ED2-4ED0-BAAB-B2722AE267EC}" type="presOf" srcId="{D15B7879-75F4-4F93-BAA2-D8A728D8FBAD}" destId="{D17D7282-ABDA-46FD-9BCE-C13D13149366}" srcOrd="0" destOrd="0" presId="urn:microsoft.com/office/officeart/2008/layout/LinedList"/>
    <dgm:cxn modelId="{E66ACBF9-D5CC-48A0-A5EB-0253F790BD3C}" srcId="{2BBC3138-F4E9-4A3A-B3F0-764BA9C7FDC7}" destId="{6C66425D-28A9-41BF-923F-C0E85A7E55BC}" srcOrd="0" destOrd="0" parTransId="{90F7916F-3654-455F-82EB-69BC74673DAC}" sibTransId="{AC3702FF-FD1A-4C94-B9DA-9C42DADB38EC}"/>
    <dgm:cxn modelId="{828DAF30-7D77-44D3-81ED-48FDFAF02555}" type="presParOf" srcId="{89031014-3291-4D94-939E-E8FEB9308D98}" destId="{A8DB4BF6-D73C-4C9A-A8CB-8C988E6631FB}" srcOrd="0" destOrd="0" presId="urn:microsoft.com/office/officeart/2008/layout/LinedList"/>
    <dgm:cxn modelId="{7DA322AF-F1A1-4B91-BFD5-6FA831D13DA2}" type="presParOf" srcId="{89031014-3291-4D94-939E-E8FEB9308D98}" destId="{41B0C188-5DA3-4CB1-9AF3-BF6EDCC9A7EA}" srcOrd="1" destOrd="0" presId="urn:microsoft.com/office/officeart/2008/layout/LinedList"/>
    <dgm:cxn modelId="{5742068F-D4BB-42DB-AF5F-E4C0EB899413}" type="presParOf" srcId="{41B0C188-5DA3-4CB1-9AF3-BF6EDCC9A7EA}" destId="{B82E357D-8AC4-46FB-865F-63256F00432D}" srcOrd="0" destOrd="0" presId="urn:microsoft.com/office/officeart/2008/layout/LinedList"/>
    <dgm:cxn modelId="{479C17CF-C0AD-48A0-9677-DF9E7DB95473}" type="presParOf" srcId="{41B0C188-5DA3-4CB1-9AF3-BF6EDCC9A7EA}" destId="{B9D4E778-5CCC-43BD-9723-CBF3A3DB73B8}" srcOrd="1" destOrd="0" presId="urn:microsoft.com/office/officeart/2008/layout/LinedList"/>
    <dgm:cxn modelId="{5288D5A2-55BC-4E29-88FA-B8B076CC0571}" type="presParOf" srcId="{89031014-3291-4D94-939E-E8FEB9308D98}" destId="{8B72E64C-0639-4961-B3AC-BE2695003DD7}" srcOrd="2" destOrd="0" presId="urn:microsoft.com/office/officeart/2008/layout/LinedList"/>
    <dgm:cxn modelId="{3B468C06-A77B-4ED9-933B-02717085A712}" type="presParOf" srcId="{89031014-3291-4D94-939E-E8FEB9308D98}" destId="{3EE8EEA8-2014-4941-9458-D520F0360D71}" srcOrd="3" destOrd="0" presId="urn:microsoft.com/office/officeart/2008/layout/LinedList"/>
    <dgm:cxn modelId="{D6D0EC33-555D-43FF-99FA-B7213210B99F}" type="presParOf" srcId="{3EE8EEA8-2014-4941-9458-D520F0360D71}" destId="{87F98E10-0A2F-4BA7-B0AC-FA379140CEB4}" srcOrd="0" destOrd="0" presId="urn:microsoft.com/office/officeart/2008/layout/LinedList"/>
    <dgm:cxn modelId="{274482C8-5F1B-445E-A510-B685856801E3}" type="presParOf" srcId="{3EE8EEA8-2014-4941-9458-D520F0360D71}" destId="{3E7D8744-84EE-4300-A542-5A1FFAB246B4}" srcOrd="1" destOrd="0" presId="urn:microsoft.com/office/officeart/2008/layout/LinedList"/>
    <dgm:cxn modelId="{A567E09B-19CB-4687-A028-EF5B787E7850}" type="presParOf" srcId="{89031014-3291-4D94-939E-E8FEB9308D98}" destId="{9F2B35EF-D67B-427C-B5BA-EC2C9D97B582}" srcOrd="4" destOrd="0" presId="urn:microsoft.com/office/officeart/2008/layout/LinedList"/>
    <dgm:cxn modelId="{F5CE40B2-3A42-4C0B-9C80-323CB97670FC}" type="presParOf" srcId="{89031014-3291-4D94-939E-E8FEB9308D98}" destId="{CDD55563-3BFE-4990-A351-048C18C5DDA0}" srcOrd="5" destOrd="0" presId="urn:microsoft.com/office/officeart/2008/layout/LinedList"/>
    <dgm:cxn modelId="{E5DB6631-9D8B-4806-90EB-089C97F2CB46}" type="presParOf" srcId="{CDD55563-3BFE-4990-A351-048C18C5DDA0}" destId="{D17D7282-ABDA-46FD-9BCE-C13D13149366}" srcOrd="0" destOrd="0" presId="urn:microsoft.com/office/officeart/2008/layout/LinedList"/>
    <dgm:cxn modelId="{99133770-6382-49B8-B6A5-C295D1575D33}" type="presParOf" srcId="{CDD55563-3BFE-4990-A351-048C18C5DDA0}" destId="{25C65E0A-F8A2-4971-91D2-C3A539C0EAB0}" srcOrd="1" destOrd="0" presId="urn:microsoft.com/office/officeart/2008/layout/LinedList"/>
    <dgm:cxn modelId="{2EFF8542-9F1F-41EC-B6BE-1CEC7EAC5A31}" type="presParOf" srcId="{89031014-3291-4D94-939E-E8FEB9308D98}" destId="{78652168-06EC-47B8-909C-E96F1795C4C4}" srcOrd="6" destOrd="0" presId="urn:microsoft.com/office/officeart/2008/layout/LinedList"/>
    <dgm:cxn modelId="{3F191654-0E47-4169-9C72-CEF145B2E1A4}" type="presParOf" srcId="{89031014-3291-4D94-939E-E8FEB9308D98}" destId="{4942C3EA-A3F2-4938-85E4-4DB8E3A45F8F}" srcOrd="7" destOrd="0" presId="urn:microsoft.com/office/officeart/2008/layout/LinedList"/>
    <dgm:cxn modelId="{854DDD64-F7FE-42DD-95BD-8ACD83E40AE2}" type="presParOf" srcId="{4942C3EA-A3F2-4938-85E4-4DB8E3A45F8F}" destId="{0D1CBCA4-CC3E-4650-AB60-E180B00C72CE}" srcOrd="0" destOrd="0" presId="urn:microsoft.com/office/officeart/2008/layout/LinedList"/>
    <dgm:cxn modelId="{95785A84-AF4A-4EA8-A962-F7A90908AEF4}" type="presParOf" srcId="{4942C3EA-A3F2-4938-85E4-4DB8E3A45F8F}" destId="{8A104081-95DD-4D88-BEA3-D0930FB950FE}" srcOrd="1" destOrd="0" presId="urn:microsoft.com/office/officeart/2008/layout/LinedList"/>
    <dgm:cxn modelId="{04B9BA33-42A9-4A64-A53F-1F41A815E92F}" type="presParOf" srcId="{89031014-3291-4D94-939E-E8FEB9308D98}" destId="{AADBB68B-1C56-4C7C-9343-0CB4DA2A0CC9}" srcOrd="8" destOrd="0" presId="urn:microsoft.com/office/officeart/2008/layout/LinedList"/>
    <dgm:cxn modelId="{6FC507DC-05C5-4EBD-8F02-84BAE2283B56}" type="presParOf" srcId="{89031014-3291-4D94-939E-E8FEB9308D98}" destId="{07D9A35B-D792-430D-B14E-2A358B558FFE}" srcOrd="9" destOrd="0" presId="urn:microsoft.com/office/officeart/2008/layout/LinedList"/>
    <dgm:cxn modelId="{35CA7A2A-353A-40B2-95E0-4B7CE9C8AAFA}" type="presParOf" srcId="{07D9A35B-D792-430D-B14E-2A358B558FFE}" destId="{3CF1D2BF-E638-4B91-977C-7CBB5C67E052}" srcOrd="0" destOrd="0" presId="urn:microsoft.com/office/officeart/2008/layout/LinedList"/>
    <dgm:cxn modelId="{483CB64B-5368-4A64-86AA-3706D9D22567}" type="presParOf" srcId="{07D9A35B-D792-430D-B14E-2A358B558FFE}" destId="{64F77FD4-54E9-4592-AD50-9C43516FE09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DB4BF6-D73C-4C9A-A8CB-8C988E6631FB}">
      <dsp:nvSpPr>
        <dsp:cNvPr id="0" name=""/>
        <dsp:cNvSpPr/>
      </dsp:nvSpPr>
      <dsp:spPr>
        <a:xfrm>
          <a:off x="0" y="423"/>
          <a:ext cx="8593393" cy="0"/>
        </a:xfrm>
        <a:prstGeom prst="lin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2E357D-8AC4-46FB-865F-63256F00432D}">
      <dsp:nvSpPr>
        <dsp:cNvPr id="0" name=""/>
        <dsp:cNvSpPr/>
      </dsp:nvSpPr>
      <dsp:spPr>
        <a:xfrm>
          <a:off x="0" y="423"/>
          <a:ext cx="8593393" cy="69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pt-BR" sz="3400" kern="1200">
              <a:latin typeface="Tw Cen MT" panose="020B0602020104020603" pitchFamily="34" charset="0"/>
            </a:rPr>
            <a:t>Gabriel Teles Cirino</a:t>
          </a:r>
          <a:endParaRPr lang="en-US" sz="3400" kern="1200">
            <a:latin typeface="Tw Cen MT" panose="020B0602020104020603" pitchFamily="34" charset="0"/>
          </a:endParaRPr>
        </a:p>
      </dsp:txBody>
      <dsp:txXfrm>
        <a:off x="0" y="423"/>
        <a:ext cx="8593393" cy="693752"/>
      </dsp:txXfrm>
    </dsp:sp>
    <dsp:sp modelId="{8B72E64C-0639-4961-B3AC-BE2695003DD7}">
      <dsp:nvSpPr>
        <dsp:cNvPr id="0" name=""/>
        <dsp:cNvSpPr/>
      </dsp:nvSpPr>
      <dsp:spPr>
        <a:xfrm>
          <a:off x="0" y="694176"/>
          <a:ext cx="8593393" cy="0"/>
        </a:xfrm>
        <a:prstGeom prst="lin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F98E10-0A2F-4BA7-B0AC-FA379140CEB4}">
      <dsp:nvSpPr>
        <dsp:cNvPr id="0" name=""/>
        <dsp:cNvSpPr/>
      </dsp:nvSpPr>
      <dsp:spPr>
        <a:xfrm>
          <a:off x="0" y="694176"/>
          <a:ext cx="8593393" cy="69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pt-BR" sz="3400" kern="1200">
              <a:latin typeface="Tw Cen MT" panose="020B0602020104020603" pitchFamily="34" charset="0"/>
            </a:rPr>
            <a:t>João </a:t>
          </a:r>
          <a:r>
            <a:rPr lang="pt-BR" sz="3400" kern="1200" err="1">
              <a:latin typeface="Tw Cen MT" panose="020B0602020104020603" pitchFamily="34" charset="0"/>
            </a:rPr>
            <a:t>Bertozi</a:t>
          </a:r>
          <a:r>
            <a:rPr lang="pt-BR" sz="3400" kern="1200">
              <a:latin typeface="Tw Cen MT" panose="020B0602020104020603" pitchFamily="34" charset="0"/>
            </a:rPr>
            <a:t> Neto</a:t>
          </a:r>
          <a:endParaRPr lang="en-US" sz="3400" kern="1200">
            <a:latin typeface="Tw Cen MT" panose="020B0602020104020603" pitchFamily="34" charset="0"/>
          </a:endParaRPr>
        </a:p>
      </dsp:txBody>
      <dsp:txXfrm>
        <a:off x="0" y="694176"/>
        <a:ext cx="8593393" cy="693752"/>
      </dsp:txXfrm>
    </dsp:sp>
    <dsp:sp modelId="{9F2B35EF-D67B-427C-B5BA-EC2C9D97B582}">
      <dsp:nvSpPr>
        <dsp:cNvPr id="0" name=""/>
        <dsp:cNvSpPr/>
      </dsp:nvSpPr>
      <dsp:spPr>
        <a:xfrm>
          <a:off x="0" y="1387928"/>
          <a:ext cx="8593393" cy="0"/>
        </a:xfrm>
        <a:prstGeom prst="lin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7D7282-ABDA-46FD-9BCE-C13D13149366}">
      <dsp:nvSpPr>
        <dsp:cNvPr id="0" name=""/>
        <dsp:cNvSpPr/>
      </dsp:nvSpPr>
      <dsp:spPr>
        <a:xfrm>
          <a:off x="0" y="1387928"/>
          <a:ext cx="8593393" cy="69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pt-BR" sz="3400" kern="1200">
              <a:latin typeface="Tw Cen MT" panose="020B0602020104020603" pitchFamily="34" charset="0"/>
            </a:rPr>
            <a:t>Mariana de Souza Almeida</a:t>
          </a:r>
          <a:endParaRPr lang="en-US" sz="3400" kern="1200">
            <a:latin typeface="Tw Cen MT" panose="020B0602020104020603" pitchFamily="34" charset="0"/>
          </a:endParaRPr>
        </a:p>
      </dsp:txBody>
      <dsp:txXfrm>
        <a:off x="0" y="1387928"/>
        <a:ext cx="8593393" cy="693752"/>
      </dsp:txXfrm>
    </dsp:sp>
    <dsp:sp modelId="{78652168-06EC-47B8-909C-E96F1795C4C4}">
      <dsp:nvSpPr>
        <dsp:cNvPr id="0" name=""/>
        <dsp:cNvSpPr/>
      </dsp:nvSpPr>
      <dsp:spPr>
        <a:xfrm>
          <a:off x="0" y="2081681"/>
          <a:ext cx="8593393" cy="0"/>
        </a:xfrm>
        <a:prstGeom prst="lin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1CBCA4-CC3E-4650-AB60-E180B00C72CE}">
      <dsp:nvSpPr>
        <dsp:cNvPr id="0" name=""/>
        <dsp:cNvSpPr/>
      </dsp:nvSpPr>
      <dsp:spPr>
        <a:xfrm>
          <a:off x="0" y="2081681"/>
          <a:ext cx="8593393" cy="69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pt-BR" sz="3400" kern="1200">
              <a:latin typeface="Tw Cen MT" panose="020B0602020104020603" pitchFamily="34" charset="0"/>
            </a:rPr>
            <a:t>Maytê Bernardino Bastos </a:t>
          </a:r>
          <a:endParaRPr lang="en-US" sz="3400" kern="1200">
            <a:latin typeface="Tw Cen MT" panose="020B0602020104020603" pitchFamily="34" charset="0"/>
          </a:endParaRPr>
        </a:p>
      </dsp:txBody>
      <dsp:txXfrm>
        <a:off x="0" y="2081681"/>
        <a:ext cx="8593393" cy="693752"/>
      </dsp:txXfrm>
    </dsp:sp>
    <dsp:sp modelId="{AADBB68B-1C56-4C7C-9343-0CB4DA2A0CC9}">
      <dsp:nvSpPr>
        <dsp:cNvPr id="0" name=""/>
        <dsp:cNvSpPr/>
      </dsp:nvSpPr>
      <dsp:spPr>
        <a:xfrm>
          <a:off x="0" y="2775433"/>
          <a:ext cx="8593393" cy="0"/>
        </a:xfrm>
        <a:prstGeom prst="lin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F1D2BF-E638-4B91-977C-7CBB5C67E052}">
      <dsp:nvSpPr>
        <dsp:cNvPr id="0" name=""/>
        <dsp:cNvSpPr/>
      </dsp:nvSpPr>
      <dsp:spPr>
        <a:xfrm>
          <a:off x="0" y="2775433"/>
          <a:ext cx="8593393" cy="69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pt-BR" sz="3400" kern="1200">
              <a:latin typeface="Tw Cen MT" panose="020B0602020104020603" pitchFamily="34" charset="0"/>
            </a:rPr>
            <a:t>Pedro Almeida Rufino</a:t>
          </a:r>
          <a:endParaRPr lang="en-US" sz="3400" kern="1200">
            <a:latin typeface="Tw Cen MT" panose="020B0602020104020603" pitchFamily="34" charset="0"/>
          </a:endParaRPr>
        </a:p>
      </dsp:txBody>
      <dsp:txXfrm>
        <a:off x="0" y="2775433"/>
        <a:ext cx="8593393" cy="69375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D9099C-6F2D-43C8-A3CB-1DA0E6AEA7AC}" type="datetimeFigureOut">
              <a:rPr lang="pt-BR" smtClean="0"/>
              <a:t>10/05/2026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7A53CC-AF63-4DD0-8046-1BB0FF3738BB}" type="slidenum">
              <a:rPr lang="pt-BR" smtClean="0"/>
              <a:t>‹nº›</a:t>
            </a:fld>
            <a:endParaRPr lang="pt-BR"/>
          </a:p>
        </p:txBody>
      </p:sp>
    </p:spTree>
    <p:extLst>
      <p:ext uri="{BB962C8B-B14F-4D97-AF65-F5344CB8AC3E}">
        <p14:creationId xmlns:p14="http://schemas.microsoft.com/office/powerpoint/2010/main" val="579397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E37A53CC-AF63-4DD0-8046-1BB0FF3738BB}" type="slidenum">
              <a:rPr lang="pt-BR" smtClean="0"/>
              <a:t>2</a:t>
            </a:fld>
            <a:endParaRPr lang="pt-BR"/>
          </a:p>
        </p:txBody>
      </p:sp>
    </p:spTree>
    <p:extLst>
      <p:ext uri="{BB962C8B-B14F-4D97-AF65-F5344CB8AC3E}">
        <p14:creationId xmlns:p14="http://schemas.microsoft.com/office/powerpoint/2010/main" val="2825168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E37A53CC-AF63-4DD0-8046-1BB0FF3738BB}" type="slidenum">
              <a:rPr lang="pt-BR" smtClean="0"/>
              <a:t>14</a:t>
            </a:fld>
            <a:endParaRPr lang="pt-BR"/>
          </a:p>
        </p:txBody>
      </p:sp>
    </p:spTree>
    <p:extLst>
      <p:ext uri="{BB962C8B-B14F-4D97-AF65-F5344CB8AC3E}">
        <p14:creationId xmlns:p14="http://schemas.microsoft.com/office/powerpoint/2010/main" val="1930586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Slide de Título">
    <p:bg>
      <p:bgPr>
        <a:solidFill>
          <a:srgbClr val="F5F1E6"/>
        </a:solidFill>
        <a:effectLst/>
      </p:bgPr>
    </p:bg>
    <p:spTree>
      <p:nvGrpSpPr>
        <p:cNvPr id="1" name=""/>
        <p:cNvGrpSpPr/>
        <p:nvPr/>
      </p:nvGrpSpPr>
      <p:grpSpPr>
        <a:xfrm>
          <a:off x="0" y="0"/>
          <a:ext cx="0" cy="0"/>
          <a:chOff x="0" y="0"/>
          <a:chExt cx="0" cy="0"/>
        </a:xfrm>
      </p:grpSpPr>
      <p:sp>
        <p:nvSpPr>
          <p:cNvPr id="6" name="Retângulo 7">
            <a:extLst>
              <a:ext uri="{FF2B5EF4-FFF2-40B4-BE49-F238E27FC236}">
                <a16:creationId xmlns:a16="http://schemas.microsoft.com/office/drawing/2014/main" id="{987B09D2-8B60-2D4D-F0E5-C1984670292E}"/>
              </a:ext>
            </a:extLst>
          </p:cNvPr>
          <p:cNvSpPr/>
          <p:nvPr/>
        </p:nvSpPr>
        <p:spPr>
          <a:xfrm rot="5400000" flipH="1">
            <a:off x="1394471" y="-1374599"/>
            <a:ext cx="377105" cy="3166059"/>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 name="csX0" fmla="*/ 3989 w 192855"/>
              <a:gd name="csY0" fmla="*/ 291972 h 3433450"/>
              <a:gd name="csX1" fmla="*/ 188876 w 192855"/>
              <a:gd name="csY1" fmla="*/ 0 h 3433450"/>
              <a:gd name="csX2" fmla="*/ 192855 w 192855"/>
              <a:gd name="csY2" fmla="*/ 3433450 h 3433450"/>
              <a:gd name="csX3" fmla="*/ 169 w 192855"/>
              <a:gd name="csY3" fmla="*/ 3433450 h 3433450"/>
              <a:gd name="csX4" fmla="*/ 3989 w 192855"/>
              <a:gd name="csY4" fmla="*/ 291972 h 3433450"/>
            </a:gdLst>
            <a:ahLst/>
            <a:cxnLst>
              <a:cxn ang="0">
                <a:pos x="csX0" y="csY0"/>
              </a:cxn>
              <a:cxn ang="0">
                <a:pos x="csX1" y="csY1"/>
              </a:cxn>
              <a:cxn ang="0">
                <a:pos x="csX2" y="csY2"/>
              </a:cxn>
              <a:cxn ang="0">
                <a:pos x="csX3" y="csY3"/>
              </a:cxn>
              <a:cxn ang="0">
                <a:pos x="csX4" y="csY4"/>
              </a:cxn>
            </a:cxnLst>
            <a:rect l="l" t="t" r="r" b="b"/>
            <a:pathLst>
              <a:path w="192855" h="3433450">
                <a:moveTo>
                  <a:pt x="3989" y="291972"/>
                </a:moveTo>
                <a:lnTo>
                  <a:pt x="188876" y="0"/>
                </a:lnTo>
                <a:cubicBezTo>
                  <a:pt x="190202" y="1144483"/>
                  <a:pt x="191529" y="2288967"/>
                  <a:pt x="192855" y="3433450"/>
                </a:cubicBezTo>
                <a:lnTo>
                  <a:pt x="169" y="3433450"/>
                </a:lnTo>
                <a:cubicBezTo>
                  <a:pt x="-1100" y="2384347"/>
                  <a:pt x="5258" y="1341075"/>
                  <a:pt x="3989" y="291972"/>
                </a:cubicBezTo>
                <a:close/>
              </a:path>
            </a:pathLst>
          </a:custGeom>
          <a:solidFill>
            <a:srgbClr val="152D6B"/>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riângulo Retângulo 8">
            <a:extLst>
              <a:ext uri="{FF2B5EF4-FFF2-40B4-BE49-F238E27FC236}">
                <a16:creationId xmlns:a16="http://schemas.microsoft.com/office/drawing/2014/main" id="{2DC06EE9-7314-C80F-644E-9B0567ACE8FB}"/>
              </a:ext>
            </a:extLst>
          </p:cNvPr>
          <p:cNvSpPr/>
          <p:nvPr/>
        </p:nvSpPr>
        <p:spPr>
          <a:xfrm rot="5400000">
            <a:off x="5997" y="25456"/>
            <a:ext cx="785673" cy="797668"/>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7">
            <a:extLst>
              <a:ext uri="{FF2B5EF4-FFF2-40B4-BE49-F238E27FC236}">
                <a16:creationId xmlns:a16="http://schemas.microsoft.com/office/drawing/2014/main" id="{7B7884BB-FD0C-4A9B-A8EE-8CC1C6B0AA08}"/>
              </a:ext>
            </a:extLst>
          </p:cNvPr>
          <p:cNvSpPr/>
          <p:nvPr/>
        </p:nvSpPr>
        <p:spPr>
          <a:xfrm rot="16200000" flipH="1">
            <a:off x="10370643" y="5036643"/>
            <a:ext cx="476655" cy="3166059"/>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 name="csX0" fmla="*/ 3989 w 192855"/>
              <a:gd name="csY0" fmla="*/ 291972 h 3433450"/>
              <a:gd name="csX1" fmla="*/ 188876 w 192855"/>
              <a:gd name="csY1" fmla="*/ 0 h 3433450"/>
              <a:gd name="csX2" fmla="*/ 192855 w 192855"/>
              <a:gd name="csY2" fmla="*/ 3433450 h 3433450"/>
              <a:gd name="csX3" fmla="*/ 169 w 192855"/>
              <a:gd name="csY3" fmla="*/ 3433450 h 3433450"/>
              <a:gd name="csX4" fmla="*/ 3989 w 192855"/>
              <a:gd name="csY4" fmla="*/ 291972 h 3433450"/>
            </a:gdLst>
            <a:ahLst/>
            <a:cxnLst>
              <a:cxn ang="0">
                <a:pos x="csX0" y="csY0"/>
              </a:cxn>
              <a:cxn ang="0">
                <a:pos x="csX1" y="csY1"/>
              </a:cxn>
              <a:cxn ang="0">
                <a:pos x="csX2" y="csY2"/>
              </a:cxn>
              <a:cxn ang="0">
                <a:pos x="csX3" y="csY3"/>
              </a:cxn>
              <a:cxn ang="0">
                <a:pos x="csX4" y="csY4"/>
              </a:cxn>
            </a:cxnLst>
            <a:rect l="l" t="t" r="r" b="b"/>
            <a:pathLst>
              <a:path w="192855" h="3433450">
                <a:moveTo>
                  <a:pt x="3989" y="291972"/>
                </a:moveTo>
                <a:lnTo>
                  <a:pt x="188876" y="0"/>
                </a:lnTo>
                <a:cubicBezTo>
                  <a:pt x="190202" y="1144483"/>
                  <a:pt x="191529" y="2288967"/>
                  <a:pt x="192855" y="3433450"/>
                </a:cubicBezTo>
                <a:lnTo>
                  <a:pt x="169" y="3433450"/>
                </a:lnTo>
                <a:cubicBezTo>
                  <a:pt x="-1100" y="2384347"/>
                  <a:pt x="5258" y="1341075"/>
                  <a:pt x="3989" y="291972"/>
                </a:cubicBezTo>
                <a:close/>
              </a:path>
            </a:pathLst>
          </a:custGeom>
          <a:solidFill>
            <a:srgbClr val="152D6B"/>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Triângulo Retângulo 10">
            <a:extLst>
              <a:ext uri="{FF2B5EF4-FFF2-40B4-BE49-F238E27FC236}">
                <a16:creationId xmlns:a16="http://schemas.microsoft.com/office/drawing/2014/main" id="{F0B24A6E-DA16-1431-D873-68C923C17F8E}"/>
              </a:ext>
            </a:extLst>
          </p:cNvPr>
          <p:cNvSpPr/>
          <p:nvPr/>
        </p:nvSpPr>
        <p:spPr>
          <a:xfrm rot="16200000">
            <a:off x="11165246" y="5747425"/>
            <a:ext cx="785673" cy="1267836"/>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9">
            <a:extLst>
              <a:ext uri="{FF2B5EF4-FFF2-40B4-BE49-F238E27FC236}">
                <a16:creationId xmlns:a16="http://schemas.microsoft.com/office/drawing/2014/main" id="{49C3012E-0AD5-D500-AED4-88FAB76BEBAF}"/>
              </a:ext>
            </a:extLst>
          </p:cNvPr>
          <p:cNvSpPr/>
          <p:nvPr/>
        </p:nvSpPr>
        <p:spPr>
          <a:xfrm rot="2521543">
            <a:off x="-890599" y="4987543"/>
            <a:ext cx="5522042" cy="609100"/>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36973 w 3195629"/>
              <a:gd name="csY1" fmla="*/ 1478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42367 w 3195629"/>
              <a:gd name="csY1" fmla="*/ 2371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63951 w 3195629"/>
              <a:gd name="csY1" fmla="*/ 20741 h 742186"/>
              <a:gd name="csX2" fmla="*/ 3195629 w 3195629"/>
              <a:gd name="csY2" fmla="*/ 732661 h 742186"/>
              <a:gd name="csX3" fmla="*/ 752475 w 3195629"/>
              <a:gd name="csY3" fmla="*/ 742186 h 742186"/>
              <a:gd name="csX4" fmla="*/ 0 w 3195629"/>
              <a:gd name="csY4" fmla="*/ 0 h 742186"/>
              <a:gd name="csX0" fmla="*/ 0 w 3420683"/>
              <a:gd name="csY0" fmla="*/ 57078 h 721445"/>
              <a:gd name="csX1" fmla="*/ 2989005 w 3420683"/>
              <a:gd name="csY1" fmla="*/ 0 h 721445"/>
              <a:gd name="csX2" fmla="*/ 3420683 w 3420683"/>
              <a:gd name="csY2" fmla="*/ 711920 h 721445"/>
              <a:gd name="csX3" fmla="*/ 977529 w 3420683"/>
              <a:gd name="csY3" fmla="*/ 721445 h 721445"/>
              <a:gd name="csX4" fmla="*/ 0 w 3420683"/>
              <a:gd name="csY4" fmla="*/ 57078 h 721445"/>
              <a:gd name="csX0" fmla="*/ 0 w 3605387"/>
              <a:gd name="csY0" fmla="*/ 57078 h 721445"/>
              <a:gd name="csX1" fmla="*/ 2989005 w 3605387"/>
              <a:gd name="csY1" fmla="*/ 0 h 721445"/>
              <a:gd name="csX2" fmla="*/ 3605387 w 3605387"/>
              <a:gd name="csY2" fmla="*/ 579331 h 721445"/>
              <a:gd name="csX3" fmla="*/ 977529 w 3605387"/>
              <a:gd name="csY3" fmla="*/ 721445 h 721445"/>
              <a:gd name="csX4" fmla="*/ 0 w 3605387"/>
              <a:gd name="csY4" fmla="*/ 57078 h 721445"/>
              <a:gd name="csX0" fmla="*/ 0 w 3655973"/>
              <a:gd name="csY0" fmla="*/ 57078 h 721445"/>
              <a:gd name="csX1" fmla="*/ 2989005 w 3655973"/>
              <a:gd name="csY1" fmla="*/ 0 h 721445"/>
              <a:gd name="csX2" fmla="*/ 3655973 w 3655973"/>
              <a:gd name="csY2" fmla="*/ 601384 h 721445"/>
              <a:gd name="csX3" fmla="*/ 977529 w 3655973"/>
              <a:gd name="csY3" fmla="*/ 721445 h 721445"/>
              <a:gd name="csX4" fmla="*/ 0 w 3655973"/>
              <a:gd name="csY4" fmla="*/ 57078 h 721445"/>
              <a:gd name="csX0" fmla="*/ 0 w 3695447"/>
              <a:gd name="csY0" fmla="*/ 76567 h 721445"/>
              <a:gd name="csX1" fmla="*/ 3028479 w 3695447"/>
              <a:gd name="csY1" fmla="*/ 0 h 721445"/>
              <a:gd name="csX2" fmla="*/ 3695447 w 3695447"/>
              <a:gd name="csY2" fmla="*/ 601384 h 721445"/>
              <a:gd name="csX3" fmla="*/ 1017003 w 3695447"/>
              <a:gd name="csY3" fmla="*/ 721445 h 721445"/>
              <a:gd name="csX4" fmla="*/ 0 w 3695447"/>
              <a:gd name="csY4" fmla="*/ 76567 h 721445"/>
              <a:gd name="csX0" fmla="*/ 0 w 3028479"/>
              <a:gd name="csY0" fmla="*/ 76567 h 1383400"/>
              <a:gd name="csX1" fmla="*/ 3028479 w 3028479"/>
              <a:gd name="csY1" fmla="*/ 0 h 1383400"/>
              <a:gd name="csX2" fmla="*/ 2567946 w 3028479"/>
              <a:gd name="csY2" fmla="*/ 1383400 h 1383400"/>
              <a:gd name="csX3" fmla="*/ 1017003 w 3028479"/>
              <a:gd name="csY3" fmla="*/ 721445 h 1383400"/>
              <a:gd name="csX4" fmla="*/ 0 w 3028479"/>
              <a:gd name="csY4" fmla="*/ 76567 h 1383400"/>
              <a:gd name="csX0" fmla="*/ 0 w 3516706"/>
              <a:gd name="csY0" fmla="*/ 0 h 1306833"/>
              <a:gd name="csX1" fmla="*/ 3516706 w 3516706"/>
              <a:gd name="csY1" fmla="*/ 327695 h 1306833"/>
              <a:gd name="csX2" fmla="*/ 2567946 w 3516706"/>
              <a:gd name="csY2" fmla="*/ 1306833 h 1306833"/>
              <a:gd name="csX3" fmla="*/ 1017003 w 3516706"/>
              <a:gd name="csY3" fmla="*/ 644878 h 1306833"/>
              <a:gd name="csX4" fmla="*/ 0 w 3516706"/>
              <a:gd name="csY4" fmla="*/ 0 h 1306833"/>
              <a:gd name="csX0" fmla="*/ 0 w 2851713"/>
              <a:gd name="csY0" fmla="*/ 0 h 1077546"/>
              <a:gd name="csX1" fmla="*/ 2851713 w 2851713"/>
              <a:gd name="csY1" fmla="*/ 98408 h 1077546"/>
              <a:gd name="csX2" fmla="*/ 1902953 w 2851713"/>
              <a:gd name="csY2" fmla="*/ 1077546 h 1077546"/>
              <a:gd name="csX3" fmla="*/ 352010 w 2851713"/>
              <a:gd name="csY3" fmla="*/ 415591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652072 w 2851713"/>
              <a:gd name="csY3" fmla="*/ 849858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778863 w 2851713"/>
              <a:gd name="csY3" fmla="*/ 985216 h 1077546"/>
              <a:gd name="csX4" fmla="*/ 0 w 2851713"/>
              <a:gd name="csY4" fmla="*/ 0 h 1077546"/>
              <a:gd name="csX0" fmla="*/ 0 w 2651141"/>
              <a:gd name="csY0" fmla="*/ 187821 h 1265367"/>
              <a:gd name="csX1" fmla="*/ 2651141 w 2651141"/>
              <a:gd name="csY1" fmla="*/ 0 h 1265367"/>
              <a:gd name="csX2" fmla="*/ 1902953 w 2651141"/>
              <a:gd name="csY2" fmla="*/ 1265367 h 1265367"/>
              <a:gd name="csX3" fmla="*/ 778863 w 2651141"/>
              <a:gd name="csY3" fmla="*/ 1173037 h 1265367"/>
              <a:gd name="csX4" fmla="*/ 0 w 2651141"/>
              <a:gd name="csY4" fmla="*/ 187821 h 1265367"/>
              <a:gd name="csX0" fmla="*/ 0 w 2651141"/>
              <a:gd name="csY0" fmla="*/ 187821 h 1206406"/>
              <a:gd name="csX1" fmla="*/ 2651141 w 2651141"/>
              <a:gd name="csY1" fmla="*/ 0 h 1206406"/>
              <a:gd name="csX2" fmla="*/ 1871704 w 2651141"/>
              <a:gd name="csY2" fmla="*/ 1206406 h 1206406"/>
              <a:gd name="csX3" fmla="*/ 778863 w 2651141"/>
              <a:gd name="csY3" fmla="*/ 1173037 h 1206406"/>
              <a:gd name="csX4" fmla="*/ 0 w 2651141"/>
              <a:gd name="csY4" fmla="*/ 187821 h 1206406"/>
              <a:gd name="csX0" fmla="*/ 0 w 2406428"/>
              <a:gd name="csY0" fmla="*/ 0 h 1215518"/>
              <a:gd name="csX1" fmla="*/ 2406428 w 2406428"/>
              <a:gd name="csY1" fmla="*/ 9112 h 1215518"/>
              <a:gd name="csX2" fmla="*/ 1626991 w 2406428"/>
              <a:gd name="csY2" fmla="*/ 1215518 h 1215518"/>
              <a:gd name="csX3" fmla="*/ 534150 w 2406428"/>
              <a:gd name="csY3" fmla="*/ 1182149 h 1215518"/>
              <a:gd name="csX4" fmla="*/ 0 w 2406428"/>
              <a:gd name="csY4" fmla="*/ 0 h 1215518"/>
              <a:gd name="csX0" fmla="*/ 0 w 2406428"/>
              <a:gd name="csY0" fmla="*/ 0 h 1215518"/>
              <a:gd name="csX1" fmla="*/ 2406428 w 2406428"/>
              <a:gd name="csY1" fmla="*/ 9112 h 1215518"/>
              <a:gd name="csX2" fmla="*/ 1626991 w 2406428"/>
              <a:gd name="csY2" fmla="*/ 1215518 h 1215518"/>
              <a:gd name="csX3" fmla="*/ 611250 w 2406428"/>
              <a:gd name="csY3" fmla="*/ 1182716 h 1215518"/>
              <a:gd name="csX4" fmla="*/ 0 w 2406428"/>
              <a:gd name="csY4" fmla="*/ 0 h 1215518"/>
              <a:gd name="csX0" fmla="*/ 0 w 2107121"/>
              <a:gd name="csY0" fmla="*/ 0 h 1284390"/>
              <a:gd name="csX1" fmla="*/ 2107121 w 2107121"/>
              <a:gd name="csY1" fmla="*/ 77984 h 1284390"/>
              <a:gd name="csX2" fmla="*/ 1327684 w 2107121"/>
              <a:gd name="csY2" fmla="*/ 1284390 h 1284390"/>
              <a:gd name="csX3" fmla="*/ 311943 w 2107121"/>
              <a:gd name="csY3" fmla="*/ 1251588 h 1284390"/>
              <a:gd name="csX4" fmla="*/ 0 w 2107121"/>
              <a:gd name="csY4" fmla="*/ 0 h 1284390"/>
              <a:gd name="csX0" fmla="*/ 0 w 1633519"/>
              <a:gd name="csY0" fmla="*/ 0 h 1284390"/>
              <a:gd name="csX1" fmla="*/ 1633519 w 1633519"/>
              <a:gd name="csY1" fmla="*/ 194601 h 1284390"/>
              <a:gd name="csX2" fmla="*/ 1327684 w 1633519"/>
              <a:gd name="csY2" fmla="*/ 1284390 h 1284390"/>
              <a:gd name="csX3" fmla="*/ 311943 w 1633519"/>
              <a:gd name="csY3" fmla="*/ 1251588 h 1284390"/>
              <a:gd name="csX4" fmla="*/ 0 w 1633519"/>
              <a:gd name="csY4" fmla="*/ 0 h 1284390"/>
              <a:gd name="csX0" fmla="*/ 0 w 1633519"/>
              <a:gd name="csY0" fmla="*/ 0 h 1263607"/>
              <a:gd name="csX1" fmla="*/ 1633519 w 1633519"/>
              <a:gd name="csY1" fmla="*/ 194601 h 1263607"/>
              <a:gd name="csX2" fmla="*/ 1313305 w 1633519"/>
              <a:gd name="csY2" fmla="*/ 1263607 h 1263607"/>
              <a:gd name="csX3" fmla="*/ 311943 w 1633519"/>
              <a:gd name="csY3" fmla="*/ 1251588 h 1263607"/>
              <a:gd name="csX4" fmla="*/ 0 w 1633519"/>
              <a:gd name="csY4" fmla="*/ 0 h 1263607"/>
              <a:gd name="csX0" fmla="*/ 0 w 1559279"/>
              <a:gd name="csY0" fmla="*/ 90038 h 1069006"/>
              <a:gd name="csX1" fmla="*/ 1559279 w 1559279"/>
              <a:gd name="csY1" fmla="*/ 0 h 1069006"/>
              <a:gd name="csX2" fmla="*/ 1239065 w 1559279"/>
              <a:gd name="csY2" fmla="*/ 1069006 h 1069006"/>
              <a:gd name="csX3" fmla="*/ 237703 w 1559279"/>
              <a:gd name="csY3" fmla="*/ 1056987 h 1069006"/>
              <a:gd name="csX4" fmla="*/ 0 w 1559279"/>
              <a:gd name="csY4" fmla="*/ 90038 h 1069006"/>
              <a:gd name="csX0" fmla="*/ 0 w 1479654"/>
              <a:gd name="csY0" fmla="*/ 553746 h 1532714"/>
              <a:gd name="csX1" fmla="*/ 1479654 w 1479654"/>
              <a:gd name="csY1" fmla="*/ 0 h 1532714"/>
              <a:gd name="csX2" fmla="*/ 1239065 w 1479654"/>
              <a:gd name="csY2" fmla="*/ 1532714 h 1532714"/>
              <a:gd name="csX3" fmla="*/ 237703 w 1479654"/>
              <a:gd name="csY3" fmla="*/ 1520695 h 1532714"/>
              <a:gd name="csX4" fmla="*/ 0 w 1479654"/>
              <a:gd name="csY4" fmla="*/ 553746 h 1532714"/>
              <a:gd name="csX0" fmla="*/ 0 w 1381342"/>
              <a:gd name="csY0" fmla="*/ 488253 h 1532714"/>
              <a:gd name="csX1" fmla="*/ 1381342 w 1381342"/>
              <a:gd name="csY1" fmla="*/ 0 h 1532714"/>
              <a:gd name="csX2" fmla="*/ 1140753 w 1381342"/>
              <a:gd name="csY2" fmla="*/ 1532714 h 1532714"/>
              <a:gd name="csX3" fmla="*/ 139391 w 1381342"/>
              <a:gd name="csY3" fmla="*/ 1520695 h 1532714"/>
              <a:gd name="csX4" fmla="*/ 0 w 1381342"/>
              <a:gd name="csY4" fmla="*/ 488253 h 1532714"/>
              <a:gd name="csX0" fmla="*/ 0 w 1337221"/>
              <a:gd name="csY0" fmla="*/ 152301 h 1196762"/>
              <a:gd name="csX1" fmla="*/ 1337221 w 1337221"/>
              <a:gd name="csY1" fmla="*/ 0 h 1196762"/>
              <a:gd name="csX2" fmla="*/ 1140753 w 1337221"/>
              <a:gd name="csY2" fmla="*/ 1196762 h 1196762"/>
              <a:gd name="csX3" fmla="*/ 139391 w 1337221"/>
              <a:gd name="csY3" fmla="*/ 1184743 h 1196762"/>
              <a:gd name="csX4" fmla="*/ 0 w 1337221"/>
              <a:gd name="csY4" fmla="*/ 152301 h 1196762"/>
              <a:gd name="csX0" fmla="*/ 0 w 1265474"/>
              <a:gd name="csY0" fmla="*/ -1 h 1226601"/>
              <a:gd name="csX1" fmla="*/ 1265474 w 1265474"/>
              <a:gd name="csY1" fmla="*/ 29839 h 1226601"/>
              <a:gd name="csX2" fmla="*/ 1069006 w 1265474"/>
              <a:gd name="csY2" fmla="*/ 1226601 h 1226601"/>
              <a:gd name="csX3" fmla="*/ 67644 w 1265474"/>
              <a:gd name="csY3" fmla="*/ 1214582 h 1226601"/>
              <a:gd name="csX4" fmla="*/ 0 w 1265474"/>
              <a:gd name="csY4" fmla="*/ -1 h 1226601"/>
              <a:gd name="csX0" fmla="*/ 0 w 1265474"/>
              <a:gd name="csY0" fmla="*/ -1 h 1226601"/>
              <a:gd name="csX1" fmla="*/ 1265474 w 1265474"/>
              <a:gd name="csY1" fmla="*/ 29839 h 1226601"/>
              <a:gd name="csX2" fmla="*/ 1069006 w 1265474"/>
              <a:gd name="csY2" fmla="*/ 1226601 h 1226601"/>
              <a:gd name="csX3" fmla="*/ 124023 w 1265474"/>
              <a:gd name="csY3" fmla="*/ 1170708 h 1226601"/>
              <a:gd name="csX4" fmla="*/ 0 w 1265474"/>
              <a:gd name="csY4" fmla="*/ -1 h 1226601"/>
              <a:gd name="csX0" fmla="*/ 0 w 1249316"/>
              <a:gd name="csY0" fmla="*/ 149152 h 1375754"/>
              <a:gd name="csX1" fmla="*/ 1249316 w 1249316"/>
              <a:gd name="csY1" fmla="*/ 0 h 1375754"/>
              <a:gd name="csX2" fmla="*/ 1069006 w 1249316"/>
              <a:gd name="csY2" fmla="*/ 1375754 h 1375754"/>
              <a:gd name="csX3" fmla="*/ 124023 w 1249316"/>
              <a:gd name="csY3" fmla="*/ 1319861 h 1375754"/>
              <a:gd name="csX4" fmla="*/ 0 w 1249316"/>
              <a:gd name="csY4" fmla="*/ 149152 h 1375754"/>
            </a:gdLst>
            <a:ahLst/>
            <a:cxnLst>
              <a:cxn ang="0">
                <a:pos x="csX0" y="csY0"/>
              </a:cxn>
              <a:cxn ang="0">
                <a:pos x="csX1" y="csY1"/>
              </a:cxn>
              <a:cxn ang="0">
                <a:pos x="csX2" y="csY2"/>
              </a:cxn>
              <a:cxn ang="0">
                <a:pos x="csX3" y="csY3"/>
              </a:cxn>
              <a:cxn ang="0">
                <a:pos x="csX4" y="csY4"/>
              </a:cxn>
            </a:cxnLst>
            <a:rect l="l" t="t" r="r" b="b"/>
            <a:pathLst>
              <a:path w="1249316" h="1375754">
                <a:moveTo>
                  <a:pt x="0" y="149152"/>
                </a:moveTo>
                <a:lnTo>
                  <a:pt x="1249316" y="0"/>
                </a:lnTo>
                <a:lnTo>
                  <a:pt x="1069006" y="1375754"/>
                </a:lnTo>
                <a:lnTo>
                  <a:pt x="124023" y="1319861"/>
                </a:lnTo>
                <a:lnTo>
                  <a:pt x="0" y="149152"/>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riângulo Retângulo 13">
            <a:extLst>
              <a:ext uri="{FF2B5EF4-FFF2-40B4-BE49-F238E27FC236}">
                <a16:creationId xmlns:a16="http://schemas.microsoft.com/office/drawing/2014/main" id="{3EECBDF2-5870-4BEC-12D0-8045C4D7EAD9}"/>
              </a:ext>
            </a:extLst>
          </p:cNvPr>
          <p:cNvSpPr/>
          <p:nvPr/>
        </p:nvSpPr>
        <p:spPr>
          <a:xfrm rot="10800000">
            <a:off x="7782560" y="23910"/>
            <a:ext cx="4406554" cy="3215983"/>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5" name="Conector reto 14">
            <a:extLst>
              <a:ext uri="{FF2B5EF4-FFF2-40B4-BE49-F238E27FC236}">
                <a16:creationId xmlns:a16="http://schemas.microsoft.com/office/drawing/2014/main" id="{92C86E90-5C56-9755-2B90-3B7960FE1AB7}"/>
              </a:ext>
            </a:extLst>
          </p:cNvPr>
          <p:cNvCxnSpPr>
            <a:cxnSpLocks/>
          </p:cNvCxnSpPr>
          <p:nvPr/>
        </p:nvCxnSpPr>
        <p:spPr>
          <a:xfrm flipV="1">
            <a:off x="8916404" y="6179845"/>
            <a:ext cx="214579" cy="281074"/>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Conector reto 15">
            <a:extLst>
              <a:ext uri="{FF2B5EF4-FFF2-40B4-BE49-F238E27FC236}">
                <a16:creationId xmlns:a16="http://schemas.microsoft.com/office/drawing/2014/main" id="{09DA8782-1AFD-3F11-2C35-978D0B4A480A}"/>
              </a:ext>
            </a:extLst>
          </p:cNvPr>
          <p:cNvCxnSpPr>
            <a:cxnSpLocks/>
          </p:cNvCxnSpPr>
          <p:nvPr/>
        </p:nvCxnSpPr>
        <p:spPr>
          <a:xfrm>
            <a:off x="9130983" y="6179845"/>
            <a:ext cx="2299017" cy="5271"/>
          </a:xfrm>
          <a:prstGeom prst="line">
            <a:avLst/>
          </a:prstGeom>
          <a:ln w="9525"/>
        </p:spPr>
        <p:style>
          <a:lnRef idx="2">
            <a:schemeClr val="dk1"/>
          </a:lnRef>
          <a:fillRef idx="0">
            <a:schemeClr val="dk1"/>
          </a:fillRef>
          <a:effectRef idx="1">
            <a:schemeClr val="dk1"/>
          </a:effectRef>
          <a:fontRef idx="minor">
            <a:schemeClr val="tx1"/>
          </a:fontRef>
        </p:style>
      </p:cxnSp>
      <p:sp>
        <p:nvSpPr>
          <p:cNvPr id="17" name="Elipse 16">
            <a:extLst>
              <a:ext uri="{FF2B5EF4-FFF2-40B4-BE49-F238E27FC236}">
                <a16:creationId xmlns:a16="http://schemas.microsoft.com/office/drawing/2014/main" id="{99B9E395-2345-9E71-DC79-DD50E64ADDB4}"/>
              </a:ext>
            </a:extLst>
          </p:cNvPr>
          <p:cNvSpPr/>
          <p:nvPr/>
        </p:nvSpPr>
        <p:spPr>
          <a:xfrm>
            <a:off x="11953240" y="5824765"/>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1" name="Conector reto 20">
            <a:extLst>
              <a:ext uri="{FF2B5EF4-FFF2-40B4-BE49-F238E27FC236}">
                <a16:creationId xmlns:a16="http://schemas.microsoft.com/office/drawing/2014/main" id="{A2F2163F-A009-FF7F-DF23-C5BA4CE8023F}"/>
              </a:ext>
            </a:extLst>
          </p:cNvPr>
          <p:cNvCxnSpPr>
            <a:cxnSpLocks/>
          </p:cNvCxnSpPr>
          <p:nvPr/>
        </p:nvCxnSpPr>
        <p:spPr>
          <a:xfrm>
            <a:off x="7467254" y="6460088"/>
            <a:ext cx="1451055" cy="831"/>
          </a:xfrm>
          <a:prstGeom prst="line">
            <a:avLst/>
          </a:prstGeom>
          <a:ln w="9525"/>
        </p:spPr>
        <p:style>
          <a:lnRef idx="2">
            <a:schemeClr val="dk1"/>
          </a:lnRef>
          <a:fillRef idx="0">
            <a:schemeClr val="dk1"/>
          </a:fillRef>
          <a:effectRef idx="1">
            <a:schemeClr val="dk1"/>
          </a:effectRef>
          <a:fontRef idx="minor">
            <a:schemeClr val="tx1"/>
          </a:fontRef>
        </p:style>
      </p:cxnSp>
      <p:sp>
        <p:nvSpPr>
          <p:cNvPr id="25" name="Elipse 24">
            <a:extLst>
              <a:ext uri="{FF2B5EF4-FFF2-40B4-BE49-F238E27FC236}">
                <a16:creationId xmlns:a16="http://schemas.microsoft.com/office/drawing/2014/main" id="{01BBDB0E-A97A-7460-1D5A-F25F0FB9C8CF}"/>
              </a:ext>
            </a:extLst>
          </p:cNvPr>
          <p:cNvSpPr/>
          <p:nvPr/>
        </p:nvSpPr>
        <p:spPr>
          <a:xfrm>
            <a:off x="7429790" y="6443140"/>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6" name="Conector reto 25">
            <a:extLst>
              <a:ext uri="{FF2B5EF4-FFF2-40B4-BE49-F238E27FC236}">
                <a16:creationId xmlns:a16="http://schemas.microsoft.com/office/drawing/2014/main" id="{7B04BE03-6CC4-1898-57F4-838CDA741AD5}"/>
              </a:ext>
            </a:extLst>
          </p:cNvPr>
          <p:cNvCxnSpPr>
            <a:cxnSpLocks/>
          </p:cNvCxnSpPr>
          <p:nvPr/>
        </p:nvCxnSpPr>
        <p:spPr>
          <a:xfrm flipV="1">
            <a:off x="11424379" y="5841399"/>
            <a:ext cx="556676" cy="345845"/>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3" name="Conector reto 42">
            <a:extLst>
              <a:ext uri="{FF2B5EF4-FFF2-40B4-BE49-F238E27FC236}">
                <a16:creationId xmlns:a16="http://schemas.microsoft.com/office/drawing/2014/main" id="{E075F116-4939-FB9F-5E8C-FB409E7FB9CF}"/>
              </a:ext>
            </a:extLst>
          </p:cNvPr>
          <p:cNvCxnSpPr>
            <a:cxnSpLocks/>
          </p:cNvCxnSpPr>
          <p:nvPr/>
        </p:nvCxnSpPr>
        <p:spPr>
          <a:xfrm flipV="1">
            <a:off x="213711" y="618754"/>
            <a:ext cx="301951" cy="309288"/>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4" name="Conector reto 43">
            <a:extLst>
              <a:ext uri="{FF2B5EF4-FFF2-40B4-BE49-F238E27FC236}">
                <a16:creationId xmlns:a16="http://schemas.microsoft.com/office/drawing/2014/main" id="{286F400A-8305-5C46-48D5-0118BAC8B50F}"/>
              </a:ext>
            </a:extLst>
          </p:cNvPr>
          <p:cNvCxnSpPr>
            <a:cxnSpLocks/>
          </p:cNvCxnSpPr>
          <p:nvPr/>
        </p:nvCxnSpPr>
        <p:spPr>
          <a:xfrm>
            <a:off x="511852" y="618754"/>
            <a:ext cx="2442118" cy="0"/>
          </a:xfrm>
          <a:prstGeom prst="line">
            <a:avLst/>
          </a:prstGeom>
          <a:ln w="9525"/>
        </p:spPr>
        <p:style>
          <a:lnRef idx="2">
            <a:schemeClr val="dk1"/>
          </a:lnRef>
          <a:fillRef idx="0">
            <a:schemeClr val="dk1"/>
          </a:fillRef>
          <a:effectRef idx="1">
            <a:schemeClr val="dk1"/>
          </a:effectRef>
          <a:fontRef idx="minor">
            <a:schemeClr val="tx1"/>
          </a:fontRef>
        </p:style>
      </p:cxnSp>
      <p:cxnSp>
        <p:nvCxnSpPr>
          <p:cNvPr id="45" name="Conector reto 44">
            <a:extLst>
              <a:ext uri="{FF2B5EF4-FFF2-40B4-BE49-F238E27FC236}">
                <a16:creationId xmlns:a16="http://schemas.microsoft.com/office/drawing/2014/main" id="{7BE6765C-9A36-8704-E37A-2B7B8BA98C4F}"/>
              </a:ext>
            </a:extLst>
          </p:cNvPr>
          <p:cNvCxnSpPr>
            <a:cxnSpLocks/>
          </p:cNvCxnSpPr>
          <p:nvPr/>
        </p:nvCxnSpPr>
        <p:spPr>
          <a:xfrm>
            <a:off x="3207611" y="327659"/>
            <a:ext cx="792889" cy="0"/>
          </a:xfrm>
          <a:prstGeom prst="line">
            <a:avLst/>
          </a:prstGeom>
          <a:ln w="9525"/>
        </p:spPr>
        <p:style>
          <a:lnRef idx="2">
            <a:schemeClr val="dk1"/>
          </a:lnRef>
          <a:fillRef idx="0">
            <a:schemeClr val="dk1"/>
          </a:fillRef>
          <a:effectRef idx="1">
            <a:schemeClr val="dk1"/>
          </a:effectRef>
          <a:fontRef idx="minor">
            <a:schemeClr val="tx1"/>
          </a:fontRef>
        </p:style>
      </p:cxnSp>
      <p:sp>
        <p:nvSpPr>
          <p:cNvPr id="46" name="Elipse 45">
            <a:extLst>
              <a:ext uri="{FF2B5EF4-FFF2-40B4-BE49-F238E27FC236}">
                <a16:creationId xmlns:a16="http://schemas.microsoft.com/office/drawing/2014/main" id="{1B2B2615-1FB0-3784-F775-CE69C415C396}"/>
              </a:ext>
            </a:extLst>
          </p:cNvPr>
          <p:cNvSpPr/>
          <p:nvPr/>
        </p:nvSpPr>
        <p:spPr>
          <a:xfrm>
            <a:off x="179422" y="920422"/>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7" name="Conector reto 46">
            <a:extLst>
              <a:ext uri="{FF2B5EF4-FFF2-40B4-BE49-F238E27FC236}">
                <a16:creationId xmlns:a16="http://schemas.microsoft.com/office/drawing/2014/main" id="{5CFFFF73-82B8-A938-2273-DA76B13460C1}"/>
              </a:ext>
            </a:extLst>
          </p:cNvPr>
          <p:cNvCxnSpPr>
            <a:cxnSpLocks/>
          </p:cNvCxnSpPr>
          <p:nvPr/>
        </p:nvCxnSpPr>
        <p:spPr>
          <a:xfrm flipV="1">
            <a:off x="2953970" y="327660"/>
            <a:ext cx="253641" cy="291094"/>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59" name="Elipse 58">
            <a:extLst>
              <a:ext uri="{FF2B5EF4-FFF2-40B4-BE49-F238E27FC236}">
                <a16:creationId xmlns:a16="http://schemas.microsoft.com/office/drawing/2014/main" id="{41421BC4-3155-260E-FE16-21A2B406085D}"/>
              </a:ext>
            </a:extLst>
          </p:cNvPr>
          <p:cNvSpPr/>
          <p:nvPr/>
        </p:nvSpPr>
        <p:spPr>
          <a:xfrm>
            <a:off x="3996339" y="304799"/>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Retângulo 9">
            <a:extLst>
              <a:ext uri="{FF2B5EF4-FFF2-40B4-BE49-F238E27FC236}">
                <a16:creationId xmlns:a16="http://schemas.microsoft.com/office/drawing/2014/main" id="{2F529C3F-3AA7-C7BF-EBED-E5429C9A28BF}"/>
              </a:ext>
            </a:extLst>
          </p:cNvPr>
          <p:cNvSpPr/>
          <p:nvPr/>
        </p:nvSpPr>
        <p:spPr>
          <a:xfrm rot="2521543">
            <a:off x="-1070028" y="5425309"/>
            <a:ext cx="3472648" cy="1768659"/>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36973 w 3195629"/>
              <a:gd name="csY1" fmla="*/ 1478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42367 w 3195629"/>
              <a:gd name="csY1" fmla="*/ 2371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63951 w 3195629"/>
              <a:gd name="csY1" fmla="*/ 20741 h 742186"/>
              <a:gd name="csX2" fmla="*/ 3195629 w 3195629"/>
              <a:gd name="csY2" fmla="*/ 732661 h 742186"/>
              <a:gd name="csX3" fmla="*/ 752475 w 3195629"/>
              <a:gd name="csY3" fmla="*/ 742186 h 742186"/>
              <a:gd name="csX4" fmla="*/ 0 w 3195629"/>
              <a:gd name="csY4" fmla="*/ 0 h 742186"/>
              <a:gd name="csX0" fmla="*/ 0 w 3420683"/>
              <a:gd name="csY0" fmla="*/ 57078 h 721445"/>
              <a:gd name="csX1" fmla="*/ 2989005 w 3420683"/>
              <a:gd name="csY1" fmla="*/ 0 h 721445"/>
              <a:gd name="csX2" fmla="*/ 3420683 w 3420683"/>
              <a:gd name="csY2" fmla="*/ 711920 h 721445"/>
              <a:gd name="csX3" fmla="*/ 977529 w 3420683"/>
              <a:gd name="csY3" fmla="*/ 721445 h 721445"/>
              <a:gd name="csX4" fmla="*/ 0 w 3420683"/>
              <a:gd name="csY4" fmla="*/ 57078 h 721445"/>
              <a:gd name="csX0" fmla="*/ 0 w 3605387"/>
              <a:gd name="csY0" fmla="*/ 57078 h 721445"/>
              <a:gd name="csX1" fmla="*/ 2989005 w 3605387"/>
              <a:gd name="csY1" fmla="*/ 0 h 721445"/>
              <a:gd name="csX2" fmla="*/ 3605387 w 3605387"/>
              <a:gd name="csY2" fmla="*/ 579331 h 721445"/>
              <a:gd name="csX3" fmla="*/ 977529 w 3605387"/>
              <a:gd name="csY3" fmla="*/ 721445 h 721445"/>
              <a:gd name="csX4" fmla="*/ 0 w 3605387"/>
              <a:gd name="csY4" fmla="*/ 57078 h 721445"/>
              <a:gd name="csX0" fmla="*/ 0 w 3655973"/>
              <a:gd name="csY0" fmla="*/ 57078 h 721445"/>
              <a:gd name="csX1" fmla="*/ 2989005 w 3655973"/>
              <a:gd name="csY1" fmla="*/ 0 h 721445"/>
              <a:gd name="csX2" fmla="*/ 3655973 w 3655973"/>
              <a:gd name="csY2" fmla="*/ 601384 h 721445"/>
              <a:gd name="csX3" fmla="*/ 977529 w 3655973"/>
              <a:gd name="csY3" fmla="*/ 721445 h 721445"/>
              <a:gd name="csX4" fmla="*/ 0 w 3655973"/>
              <a:gd name="csY4" fmla="*/ 57078 h 721445"/>
              <a:gd name="csX0" fmla="*/ 0 w 3695447"/>
              <a:gd name="csY0" fmla="*/ 76567 h 721445"/>
              <a:gd name="csX1" fmla="*/ 3028479 w 3695447"/>
              <a:gd name="csY1" fmla="*/ 0 h 721445"/>
              <a:gd name="csX2" fmla="*/ 3695447 w 3695447"/>
              <a:gd name="csY2" fmla="*/ 601384 h 721445"/>
              <a:gd name="csX3" fmla="*/ 1017003 w 3695447"/>
              <a:gd name="csY3" fmla="*/ 721445 h 721445"/>
              <a:gd name="csX4" fmla="*/ 0 w 3695447"/>
              <a:gd name="csY4" fmla="*/ 76567 h 721445"/>
              <a:gd name="csX0" fmla="*/ 0 w 3028479"/>
              <a:gd name="csY0" fmla="*/ 76567 h 1383400"/>
              <a:gd name="csX1" fmla="*/ 3028479 w 3028479"/>
              <a:gd name="csY1" fmla="*/ 0 h 1383400"/>
              <a:gd name="csX2" fmla="*/ 2567946 w 3028479"/>
              <a:gd name="csY2" fmla="*/ 1383400 h 1383400"/>
              <a:gd name="csX3" fmla="*/ 1017003 w 3028479"/>
              <a:gd name="csY3" fmla="*/ 721445 h 1383400"/>
              <a:gd name="csX4" fmla="*/ 0 w 3028479"/>
              <a:gd name="csY4" fmla="*/ 76567 h 1383400"/>
              <a:gd name="csX0" fmla="*/ 0 w 3516706"/>
              <a:gd name="csY0" fmla="*/ 0 h 1306833"/>
              <a:gd name="csX1" fmla="*/ 3516706 w 3516706"/>
              <a:gd name="csY1" fmla="*/ 327695 h 1306833"/>
              <a:gd name="csX2" fmla="*/ 2567946 w 3516706"/>
              <a:gd name="csY2" fmla="*/ 1306833 h 1306833"/>
              <a:gd name="csX3" fmla="*/ 1017003 w 3516706"/>
              <a:gd name="csY3" fmla="*/ 644878 h 1306833"/>
              <a:gd name="csX4" fmla="*/ 0 w 3516706"/>
              <a:gd name="csY4" fmla="*/ 0 h 1306833"/>
              <a:gd name="csX0" fmla="*/ 0 w 2851713"/>
              <a:gd name="csY0" fmla="*/ 0 h 1077546"/>
              <a:gd name="csX1" fmla="*/ 2851713 w 2851713"/>
              <a:gd name="csY1" fmla="*/ 98408 h 1077546"/>
              <a:gd name="csX2" fmla="*/ 1902953 w 2851713"/>
              <a:gd name="csY2" fmla="*/ 1077546 h 1077546"/>
              <a:gd name="csX3" fmla="*/ 352010 w 2851713"/>
              <a:gd name="csY3" fmla="*/ 415591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652072 w 2851713"/>
              <a:gd name="csY3" fmla="*/ 849858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778863 w 2851713"/>
              <a:gd name="csY3" fmla="*/ 985216 h 1077546"/>
              <a:gd name="csX4" fmla="*/ 0 w 2851713"/>
              <a:gd name="csY4" fmla="*/ 0 h 1077546"/>
              <a:gd name="csX0" fmla="*/ 0 w 2651141"/>
              <a:gd name="csY0" fmla="*/ 187821 h 1265367"/>
              <a:gd name="csX1" fmla="*/ 2651141 w 2651141"/>
              <a:gd name="csY1" fmla="*/ 0 h 1265367"/>
              <a:gd name="csX2" fmla="*/ 1902953 w 2651141"/>
              <a:gd name="csY2" fmla="*/ 1265367 h 1265367"/>
              <a:gd name="csX3" fmla="*/ 778863 w 2651141"/>
              <a:gd name="csY3" fmla="*/ 1173037 h 1265367"/>
              <a:gd name="csX4" fmla="*/ 0 w 2651141"/>
              <a:gd name="csY4" fmla="*/ 187821 h 1265367"/>
              <a:gd name="csX0" fmla="*/ 0 w 2651141"/>
              <a:gd name="csY0" fmla="*/ 187821 h 1206406"/>
              <a:gd name="csX1" fmla="*/ 2651141 w 2651141"/>
              <a:gd name="csY1" fmla="*/ 0 h 1206406"/>
              <a:gd name="csX2" fmla="*/ 1871704 w 2651141"/>
              <a:gd name="csY2" fmla="*/ 1206406 h 1206406"/>
              <a:gd name="csX3" fmla="*/ 778863 w 2651141"/>
              <a:gd name="csY3" fmla="*/ 1173037 h 1206406"/>
              <a:gd name="csX4" fmla="*/ 0 w 2651141"/>
              <a:gd name="csY4" fmla="*/ 187821 h 1206406"/>
              <a:gd name="csX0" fmla="*/ 0 w 2406428"/>
              <a:gd name="csY0" fmla="*/ 0 h 1215518"/>
              <a:gd name="csX1" fmla="*/ 2406428 w 2406428"/>
              <a:gd name="csY1" fmla="*/ 9112 h 1215518"/>
              <a:gd name="csX2" fmla="*/ 1626991 w 2406428"/>
              <a:gd name="csY2" fmla="*/ 1215518 h 1215518"/>
              <a:gd name="csX3" fmla="*/ 534150 w 2406428"/>
              <a:gd name="csY3" fmla="*/ 1182149 h 1215518"/>
              <a:gd name="csX4" fmla="*/ 0 w 2406428"/>
              <a:gd name="csY4" fmla="*/ 0 h 1215518"/>
              <a:gd name="csX0" fmla="*/ 0 w 2406428"/>
              <a:gd name="csY0" fmla="*/ 0 h 1215518"/>
              <a:gd name="csX1" fmla="*/ 2406428 w 2406428"/>
              <a:gd name="csY1" fmla="*/ 9112 h 1215518"/>
              <a:gd name="csX2" fmla="*/ 1626991 w 2406428"/>
              <a:gd name="csY2" fmla="*/ 1215518 h 1215518"/>
              <a:gd name="csX3" fmla="*/ 611250 w 2406428"/>
              <a:gd name="csY3" fmla="*/ 1182716 h 1215518"/>
              <a:gd name="csX4" fmla="*/ 0 w 2406428"/>
              <a:gd name="csY4" fmla="*/ 0 h 1215518"/>
              <a:gd name="csX0" fmla="*/ 0 w 2406428"/>
              <a:gd name="csY0" fmla="*/ 0 h 1182716"/>
              <a:gd name="csX1" fmla="*/ 2406428 w 2406428"/>
              <a:gd name="csY1" fmla="*/ 9112 h 1182716"/>
              <a:gd name="csX2" fmla="*/ 1155618 w 2406428"/>
              <a:gd name="csY2" fmla="*/ 958441 h 1182716"/>
              <a:gd name="csX3" fmla="*/ 611250 w 2406428"/>
              <a:gd name="csY3" fmla="*/ 1182716 h 1182716"/>
              <a:gd name="csX4" fmla="*/ 0 w 2406428"/>
              <a:gd name="csY4" fmla="*/ 0 h 1182716"/>
              <a:gd name="csX0" fmla="*/ 0 w 1772672"/>
              <a:gd name="csY0" fmla="*/ 0 h 1182716"/>
              <a:gd name="csX1" fmla="*/ 1772672 w 1772672"/>
              <a:gd name="csY1" fmla="*/ 18686 h 1182716"/>
              <a:gd name="csX2" fmla="*/ 1155618 w 1772672"/>
              <a:gd name="csY2" fmla="*/ 958441 h 1182716"/>
              <a:gd name="csX3" fmla="*/ 611250 w 1772672"/>
              <a:gd name="csY3" fmla="*/ 1182716 h 1182716"/>
              <a:gd name="csX4" fmla="*/ 0 w 1772672"/>
              <a:gd name="csY4" fmla="*/ 0 h 1182716"/>
              <a:gd name="csX0" fmla="*/ 0 w 1772672"/>
              <a:gd name="csY0" fmla="*/ 0 h 958441"/>
              <a:gd name="csX1" fmla="*/ 1772672 w 1772672"/>
              <a:gd name="csY1" fmla="*/ 18686 h 958441"/>
              <a:gd name="csX2" fmla="*/ 1155618 w 1772672"/>
              <a:gd name="csY2" fmla="*/ 958441 h 958441"/>
              <a:gd name="csX3" fmla="*/ 476410 w 1772672"/>
              <a:gd name="csY3" fmla="*/ 908539 h 958441"/>
              <a:gd name="csX4" fmla="*/ 0 w 1772672"/>
              <a:gd name="csY4" fmla="*/ 0 h 958441"/>
              <a:gd name="csX0" fmla="*/ 0 w 1772672"/>
              <a:gd name="csY0" fmla="*/ 0 h 932844"/>
              <a:gd name="csX1" fmla="*/ 1772672 w 1772672"/>
              <a:gd name="csY1" fmla="*/ 18686 h 932844"/>
              <a:gd name="csX2" fmla="*/ 1183942 w 1772672"/>
              <a:gd name="csY2" fmla="*/ 932844 h 932844"/>
              <a:gd name="csX3" fmla="*/ 476410 w 1772672"/>
              <a:gd name="csY3" fmla="*/ 908539 h 932844"/>
              <a:gd name="csX4" fmla="*/ 0 w 1772672"/>
              <a:gd name="csY4" fmla="*/ 0 h 932844"/>
              <a:gd name="csX0" fmla="*/ 0 w 1772672"/>
              <a:gd name="csY0" fmla="*/ 0 h 932844"/>
              <a:gd name="csX1" fmla="*/ 1772672 w 1772672"/>
              <a:gd name="csY1" fmla="*/ 18686 h 932844"/>
              <a:gd name="csX2" fmla="*/ 1183942 w 1772672"/>
              <a:gd name="csY2" fmla="*/ 932844 h 932844"/>
              <a:gd name="csX3" fmla="*/ 826143 w 1772672"/>
              <a:gd name="csY3" fmla="*/ 773152 h 932844"/>
              <a:gd name="csX4" fmla="*/ 0 w 1772672"/>
              <a:gd name="csY4" fmla="*/ 0 h 932844"/>
              <a:gd name="csX0" fmla="*/ 0 w 1772672"/>
              <a:gd name="csY0" fmla="*/ 0 h 773152"/>
              <a:gd name="csX1" fmla="*/ 1772672 w 1772672"/>
              <a:gd name="csY1" fmla="*/ 18686 h 773152"/>
              <a:gd name="csX2" fmla="*/ 1044895 w 1772672"/>
              <a:gd name="csY2" fmla="*/ 591743 h 773152"/>
              <a:gd name="csX3" fmla="*/ 826143 w 1772672"/>
              <a:gd name="csY3" fmla="*/ 773152 h 773152"/>
              <a:gd name="csX4" fmla="*/ 0 w 1772672"/>
              <a:gd name="csY4" fmla="*/ 0 h 773152"/>
            </a:gdLst>
            <a:ahLst/>
            <a:cxnLst>
              <a:cxn ang="0">
                <a:pos x="csX0" y="csY0"/>
              </a:cxn>
              <a:cxn ang="0">
                <a:pos x="csX1" y="csY1"/>
              </a:cxn>
              <a:cxn ang="0">
                <a:pos x="csX2" y="csY2"/>
              </a:cxn>
              <a:cxn ang="0">
                <a:pos x="csX3" y="csY3"/>
              </a:cxn>
              <a:cxn ang="0">
                <a:pos x="csX4" y="csY4"/>
              </a:cxn>
            </a:cxnLst>
            <a:rect l="l" t="t" r="r" b="b"/>
            <a:pathLst>
              <a:path w="1772672" h="773152">
                <a:moveTo>
                  <a:pt x="0" y="0"/>
                </a:moveTo>
                <a:lnTo>
                  <a:pt x="1772672" y="18686"/>
                </a:lnTo>
                <a:lnTo>
                  <a:pt x="1044895" y="591743"/>
                </a:lnTo>
                <a:lnTo>
                  <a:pt x="826143" y="773152"/>
                </a:lnTo>
                <a:lnTo>
                  <a:pt x="0" y="0"/>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62" name="Agrupar 61">
            <a:extLst>
              <a:ext uri="{FF2B5EF4-FFF2-40B4-BE49-F238E27FC236}">
                <a16:creationId xmlns:a16="http://schemas.microsoft.com/office/drawing/2014/main" id="{EF2655D5-0EB3-46B7-C2D1-58B0B8F6C32E}"/>
              </a:ext>
            </a:extLst>
          </p:cNvPr>
          <p:cNvGrpSpPr/>
          <p:nvPr/>
        </p:nvGrpSpPr>
        <p:grpSpPr>
          <a:xfrm>
            <a:off x="797667" y="1001917"/>
            <a:ext cx="1112155" cy="1422173"/>
            <a:chOff x="9493538" y="4530363"/>
            <a:chExt cx="897429" cy="879837"/>
          </a:xfrm>
          <a:solidFill>
            <a:schemeClr val="accent3">
              <a:lumMod val="75000"/>
              <a:alpha val="7000"/>
            </a:schemeClr>
          </a:solidFill>
        </p:grpSpPr>
        <p:sp>
          <p:nvSpPr>
            <p:cNvPr id="63" name="Elipse 62">
              <a:extLst>
                <a:ext uri="{FF2B5EF4-FFF2-40B4-BE49-F238E27FC236}">
                  <a16:creationId xmlns:a16="http://schemas.microsoft.com/office/drawing/2014/main" id="{77236942-BCC8-F4F8-76A6-0605AA132E18}"/>
                </a:ext>
              </a:extLst>
            </p:cNvPr>
            <p:cNvSpPr/>
            <p:nvPr/>
          </p:nvSpPr>
          <p:spPr>
            <a:xfrm>
              <a:off x="949353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lipse 63">
              <a:extLst>
                <a:ext uri="{FF2B5EF4-FFF2-40B4-BE49-F238E27FC236}">
                  <a16:creationId xmlns:a16="http://schemas.microsoft.com/office/drawing/2014/main" id="{8E33CB9D-8B60-8D22-A328-B64095D0CA2C}"/>
                </a:ext>
              </a:extLst>
            </p:cNvPr>
            <p:cNvSpPr/>
            <p:nvPr/>
          </p:nvSpPr>
          <p:spPr>
            <a:xfrm>
              <a:off x="974499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5" name="Elipse 64">
              <a:extLst>
                <a:ext uri="{FF2B5EF4-FFF2-40B4-BE49-F238E27FC236}">
                  <a16:creationId xmlns:a16="http://schemas.microsoft.com/office/drawing/2014/main" id="{CC7849D9-6502-7522-22D5-364A4C4299B0}"/>
                </a:ext>
              </a:extLst>
            </p:cNvPr>
            <p:cNvSpPr/>
            <p:nvPr/>
          </p:nvSpPr>
          <p:spPr>
            <a:xfrm>
              <a:off x="999645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6" name="Elipse 65">
              <a:extLst>
                <a:ext uri="{FF2B5EF4-FFF2-40B4-BE49-F238E27FC236}">
                  <a16:creationId xmlns:a16="http://schemas.microsoft.com/office/drawing/2014/main" id="{A977A584-7BF2-850E-1894-E36552854734}"/>
                </a:ext>
              </a:extLst>
            </p:cNvPr>
            <p:cNvSpPr/>
            <p:nvPr/>
          </p:nvSpPr>
          <p:spPr>
            <a:xfrm>
              <a:off x="1024791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7" name="Elipse 66">
              <a:extLst>
                <a:ext uri="{FF2B5EF4-FFF2-40B4-BE49-F238E27FC236}">
                  <a16:creationId xmlns:a16="http://schemas.microsoft.com/office/drawing/2014/main" id="{2517D628-BF7B-50C0-D3F0-7C9989E32109}"/>
                </a:ext>
              </a:extLst>
            </p:cNvPr>
            <p:cNvSpPr/>
            <p:nvPr/>
          </p:nvSpPr>
          <p:spPr>
            <a:xfrm>
              <a:off x="949353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AF711A77-F580-D347-FFC8-212FC5F67E26}"/>
                </a:ext>
              </a:extLst>
            </p:cNvPr>
            <p:cNvSpPr/>
            <p:nvPr/>
          </p:nvSpPr>
          <p:spPr>
            <a:xfrm>
              <a:off x="974499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Elipse 68">
              <a:extLst>
                <a:ext uri="{FF2B5EF4-FFF2-40B4-BE49-F238E27FC236}">
                  <a16:creationId xmlns:a16="http://schemas.microsoft.com/office/drawing/2014/main" id="{EAC66A15-09E9-7770-D100-8B3B01A47199}"/>
                </a:ext>
              </a:extLst>
            </p:cNvPr>
            <p:cNvSpPr/>
            <p:nvPr/>
          </p:nvSpPr>
          <p:spPr>
            <a:xfrm>
              <a:off x="999645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0" name="Elipse 69">
              <a:extLst>
                <a:ext uri="{FF2B5EF4-FFF2-40B4-BE49-F238E27FC236}">
                  <a16:creationId xmlns:a16="http://schemas.microsoft.com/office/drawing/2014/main" id="{0F206218-70A6-9217-EE61-65FC4D324C00}"/>
                </a:ext>
              </a:extLst>
            </p:cNvPr>
            <p:cNvSpPr/>
            <p:nvPr/>
          </p:nvSpPr>
          <p:spPr>
            <a:xfrm>
              <a:off x="1024791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Elipse 70">
              <a:extLst>
                <a:ext uri="{FF2B5EF4-FFF2-40B4-BE49-F238E27FC236}">
                  <a16:creationId xmlns:a16="http://schemas.microsoft.com/office/drawing/2014/main" id="{AA9D8D27-A4A9-F9C3-929F-F4D6F6167169}"/>
                </a:ext>
              </a:extLst>
            </p:cNvPr>
            <p:cNvSpPr/>
            <p:nvPr/>
          </p:nvSpPr>
          <p:spPr>
            <a:xfrm>
              <a:off x="949353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2" name="Elipse 71">
              <a:extLst>
                <a:ext uri="{FF2B5EF4-FFF2-40B4-BE49-F238E27FC236}">
                  <a16:creationId xmlns:a16="http://schemas.microsoft.com/office/drawing/2014/main" id="{8DC7181B-3300-4A65-F6D5-35C75C7435E5}"/>
                </a:ext>
              </a:extLst>
            </p:cNvPr>
            <p:cNvSpPr/>
            <p:nvPr/>
          </p:nvSpPr>
          <p:spPr>
            <a:xfrm>
              <a:off x="974499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Elipse 72">
              <a:extLst>
                <a:ext uri="{FF2B5EF4-FFF2-40B4-BE49-F238E27FC236}">
                  <a16:creationId xmlns:a16="http://schemas.microsoft.com/office/drawing/2014/main" id="{891064A4-88CE-8DE0-34DC-6448FD3A35F6}"/>
                </a:ext>
              </a:extLst>
            </p:cNvPr>
            <p:cNvSpPr/>
            <p:nvPr/>
          </p:nvSpPr>
          <p:spPr>
            <a:xfrm>
              <a:off x="999645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Elipse 73">
              <a:extLst>
                <a:ext uri="{FF2B5EF4-FFF2-40B4-BE49-F238E27FC236}">
                  <a16:creationId xmlns:a16="http://schemas.microsoft.com/office/drawing/2014/main" id="{F684A4B7-06D4-0D7A-C0B6-E821997527E1}"/>
                </a:ext>
              </a:extLst>
            </p:cNvPr>
            <p:cNvSpPr/>
            <p:nvPr/>
          </p:nvSpPr>
          <p:spPr>
            <a:xfrm>
              <a:off x="1024791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5" name="Elipse 74">
              <a:extLst>
                <a:ext uri="{FF2B5EF4-FFF2-40B4-BE49-F238E27FC236}">
                  <a16:creationId xmlns:a16="http://schemas.microsoft.com/office/drawing/2014/main" id="{377AF562-00C5-5008-51D0-047BB1E7422F}"/>
                </a:ext>
              </a:extLst>
            </p:cNvPr>
            <p:cNvSpPr/>
            <p:nvPr/>
          </p:nvSpPr>
          <p:spPr>
            <a:xfrm>
              <a:off x="949353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6" name="Elipse 75">
              <a:extLst>
                <a:ext uri="{FF2B5EF4-FFF2-40B4-BE49-F238E27FC236}">
                  <a16:creationId xmlns:a16="http://schemas.microsoft.com/office/drawing/2014/main" id="{FE9BB65D-A9A6-E14C-EDCF-53BC4312F90E}"/>
                </a:ext>
              </a:extLst>
            </p:cNvPr>
            <p:cNvSpPr/>
            <p:nvPr/>
          </p:nvSpPr>
          <p:spPr>
            <a:xfrm>
              <a:off x="974499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7" name="Elipse 76">
              <a:extLst>
                <a:ext uri="{FF2B5EF4-FFF2-40B4-BE49-F238E27FC236}">
                  <a16:creationId xmlns:a16="http://schemas.microsoft.com/office/drawing/2014/main" id="{DA48E75C-EB3D-7AF7-F2F5-4F6137747A2B}"/>
                </a:ext>
              </a:extLst>
            </p:cNvPr>
            <p:cNvSpPr/>
            <p:nvPr/>
          </p:nvSpPr>
          <p:spPr>
            <a:xfrm>
              <a:off x="999645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Elipse 77">
              <a:extLst>
                <a:ext uri="{FF2B5EF4-FFF2-40B4-BE49-F238E27FC236}">
                  <a16:creationId xmlns:a16="http://schemas.microsoft.com/office/drawing/2014/main" id="{E55513A3-300F-9982-30B1-AB6D526E49F3}"/>
                </a:ext>
              </a:extLst>
            </p:cNvPr>
            <p:cNvSpPr/>
            <p:nvPr/>
          </p:nvSpPr>
          <p:spPr>
            <a:xfrm>
              <a:off x="1024791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49657654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de Título">
    <p:bg>
      <p:bgPr>
        <a:solidFill>
          <a:srgbClr val="F5F1E6"/>
        </a:solidFill>
        <a:effectLst/>
      </p:bgPr>
    </p:bg>
    <p:spTree>
      <p:nvGrpSpPr>
        <p:cNvPr id="1" name=""/>
        <p:cNvGrpSpPr/>
        <p:nvPr/>
      </p:nvGrpSpPr>
      <p:grpSpPr>
        <a:xfrm>
          <a:off x="0" y="0"/>
          <a:ext cx="0" cy="0"/>
          <a:chOff x="0" y="0"/>
          <a:chExt cx="0" cy="0"/>
        </a:xfrm>
      </p:grpSpPr>
      <p:pic>
        <p:nvPicPr>
          <p:cNvPr id="22" name="Imagem 21">
            <a:extLst>
              <a:ext uri="{FF2B5EF4-FFF2-40B4-BE49-F238E27FC236}">
                <a16:creationId xmlns:a16="http://schemas.microsoft.com/office/drawing/2014/main" id="{88430F60-E58C-E5B1-8BE8-06B96AF158D4}"/>
              </a:ext>
            </a:extLst>
          </p:cNvPr>
          <p:cNvPicPr>
            <a:picLocks noChangeAspect="1"/>
          </p:cNvPicPr>
          <p:nvPr/>
        </p:nvPicPr>
        <p:blipFill>
          <a:blip r:embed="rId2">
            <a:extLst>
              <a:ext uri="{28A0092B-C50C-407E-A947-70E740481C1C}">
                <a14:useLocalDpi xmlns:a14="http://schemas.microsoft.com/office/drawing/2010/main" val="0"/>
              </a:ext>
            </a:extLst>
          </a:blip>
          <a:srcRect l="19424" t="32346" r="18879" b="31406"/>
          <a:stretch>
            <a:fillRect/>
          </a:stretch>
        </p:blipFill>
        <p:spPr>
          <a:xfrm>
            <a:off x="2842514" y="2340846"/>
            <a:ext cx="6431156" cy="2181259"/>
          </a:xfrm>
          <a:prstGeom prst="rect">
            <a:avLst/>
          </a:prstGeom>
        </p:spPr>
      </p:pic>
      <p:sp>
        <p:nvSpPr>
          <p:cNvPr id="3" name="Subtítulo 2">
            <a:extLst>
              <a:ext uri="{FF2B5EF4-FFF2-40B4-BE49-F238E27FC236}">
                <a16:creationId xmlns:a16="http://schemas.microsoft.com/office/drawing/2014/main" id="{9D77E1C6-E630-ECC3-C4DD-3F1BEECF3F78}"/>
              </a:ext>
            </a:extLst>
          </p:cNvPr>
          <p:cNvSpPr>
            <a:spLocks noGrp="1"/>
          </p:cNvSpPr>
          <p:nvPr>
            <p:ph type="subTitle" idx="1" hasCustomPrompt="1"/>
          </p:nvPr>
        </p:nvSpPr>
        <p:spPr>
          <a:xfrm>
            <a:off x="2243560" y="4107149"/>
            <a:ext cx="7702952" cy="1023579"/>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aqui para editar o subtítulo</a:t>
            </a:r>
          </a:p>
        </p:txBody>
      </p:sp>
      <p:sp>
        <p:nvSpPr>
          <p:cNvPr id="6" name="Retângulo 7">
            <a:extLst>
              <a:ext uri="{FF2B5EF4-FFF2-40B4-BE49-F238E27FC236}">
                <a16:creationId xmlns:a16="http://schemas.microsoft.com/office/drawing/2014/main" id="{987B09D2-8B60-2D4D-F0E5-C1984670292E}"/>
              </a:ext>
            </a:extLst>
          </p:cNvPr>
          <p:cNvSpPr/>
          <p:nvPr/>
        </p:nvSpPr>
        <p:spPr>
          <a:xfrm rot="5400000" flipH="1">
            <a:off x="1394471" y="-1374599"/>
            <a:ext cx="377105" cy="3166059"/>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 name="csX0" fmla="*/ 3989 w 192855"/>
              <a:gd name="csY0" fmla="*/ 291972 h 3433450"/>
              <a:gd name="csX1" fmla="*/ 188876 w 192855"/>
              <a:gd name="csY1" fmla="*/ 0 h 3433450"/>
              <a:gd name="csX2" fmla="*/ 192855 w 192855"/>
              <a:gd name="csY2" fmla="*/ 3433450 h 3433450"/>
              <a:gd name="csX3" fmla="*/ 169 w 192855"/>
              <a:gd name="csY3" fmla="*/ 3433450 h 3433450"/>
              <a:gd name="csX4" fmla="*/ 3989 w 192855"/>
              <a:gd name="csY4" fmla="*/ 291972 h 3433450"/>
            </a:gdLst>
            <a:ahLst/>
            <a:cxnLst>
              <a:cxn ang="0">
                <a:pos x="csX0" y="csY0"/>
              </a:cxn>
              <a:cxn ang="0">
                <a:pos x="csX1" y="csY1"/>
              </a:cxn>
              <a:cxn ang="0">
                <a:pos x="csX2" y="csY2"/>
              </a:cxn>
              <a:cxn ang="0">
                <a:pos x="csX3" y="csY3"/>
              </a:cxn>
              <a:cxn ang="0">
                <a:pos x="csX4" y="csY4"/>
              </a:cxn>
            </a:cxnLst>
            <a:rect l="l" t="t" r="r" b="b"/>
            <a:pathLst>
              <a:path w="192855" h="3433450">
                <a:moveTo>
                  <a:pt x="3989" y="291972"/>
                </a:moveTo>
                <a:lnTo>
                  <a:pt x="188876" y="0"/>
                </a:lnTo>
                <a:cubicBezTo>
                  <a:pt x="190202" y="1144483"/>
                  <a:pt x="191529" y="2288967"/>
                  <a:pt x="192855" y="3433450"/>
                </a:cubicBezTo>
                <a:lnTo>
                  <a:pt x="169" y="3433450"/>
                </a:lnTo>
                <a:cubicBezTo>
                  <a:pt x="-1100" y="2384347"/>
                  <a:pt x="5258" y="1341075"/>
                  <a:pt x="3989" y="291972"/>
                </a:cubicBezTo>
                <a:close/>
              </a:path>
            </a:pathLst>
          </a:custGeom>
          <a:solidFill>
            <a:srgbClr val="152D6B"/>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riângulo Retângulo 8">
            <a:extLst>
              <a:ext uri="{FF2B5EF4-FFF2-40B4-BE49-F238E27FC236}">
                <a16:creationId xmlns:a16="http://schemas.microsoft.com/office/drawing/2014/main" id="{2DC06EE9-7314-C80F-644E-9B0567ACE8FB}"/>
              </a:ext>
            </a:extLst>
          </p:cNvPr>
          <p:cNvSpPr/>
          <p:nvPr/>
        </p:nvSpPr>
        <p:spPr>
          <a:xfrm rot="5400000">
            <a:off x="5997" y="25456"/>
            <a:ext cx="785673" cy="797668"/>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7">
            <a:extLst>
              <a:ext uri="{FF2B5EF4-FFF2-40B4-BE49-F238E27FC236}">
                <a16:creationId xmlns:a16="http://schemas.microsoft.com/office/drawing/2014/main" id="{7B7884BB-FD0C-4A9B-A8EE-8CC1C6B0AA08}"/>
              </a:ext>
            </a:extLst>
          </p:cNvPr>
          <p:cNvSpPr/>
          <p:nvPr/>
        </p:nvSpPr>
        <p:spPr>
          <a:xfrm rot="16200000" flipH="1">
            <a:off x="10370643" y="5036643"/>
            <a:ext cx="476655" cy="3166059"/>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 name="csX0" fmla="*/ 3989 w 192855"/>
              <a:gd name="csY0" fmla="*/ 291972 h 3433450"/>
              <a:gd name="csX1" fmla="*/ 188876 w 192855"/>
              <a:gd name="csY1" fmla="*/ 0 h 3433450"/>
              <a:gd name="csX2" fmla="*/ 192855 w 192855"/>
              <a:gd name="csY2" fmla="*/ 3433450 h 3433450"/>
              <a:gd name="csX3" fmla="*/ 169 w 192855"/>
              <a:gd name="csY3" fmla="*/ 3433450 h 3433450"/>
              <a:gd name="csX4" fmla="*/ 3989 w 192855"/>
              <a:gd name="csY4" fmla="*/ 291972 h 3433450"/>
            </a:gdLst>
            <a:ahLst/>
            <a:cxnLst>
              <a:cxn ang="0">
                <a:pos x="csX0" y="csY0"/>
              </a:cxn>
              <a:cxn ang="0">
                <a:pos x="csX1" y="csY1"/>
              </a:cxn>
              <a:cxn ang="0">
                <a:pos x="csX2" y="csY2"/>
              </a:cxn>
              <a:cxn ang="0">
                <a:pos x="csX3" y="csY3"/>
              </a:cxn>
              <a:cxn ang="0">
                <a:pos x="csX4" y="csY4"/>
              </a:cxn>
            </a:cxnLst>
            <a:rect l="l" t="t" r="r" b="b"/>
            <a:pathLst>
              <a:path w="192855" h="3433450">
                <a:moveTo>
                  <a:pt x="3989" y="291972"/>
                </a:moveTo>
                <a:lnTo>
                  <a:pt x="188876" y="0"/>
                </a:lnTo>
                <a:cubicBezTo>
                  <a:pt x="190202" y="1144483"/>
                  <a:pt x="191529" y="2288967"/>
                  <a:pt x="192855" y="3433450"/>
                </a:cubicBezTo>
                <a:lnTo>
                  <a:pt x="169" y="3433450"/>
                </a:lnTo>
                <a:cubicBezTo>
                  <a:pt x="-1100" y="2384347"/>
                  <a:pt x="5258" y="1341075"/>
                  <a:pt x="3989" y="291972"/>
                </a:cubicBezTo>
                <a:close/>
              </a:path>
            </a:pathLst>
          </a:custGeom>
          <a:solidFill>
            <a:srgbClr val="152D6B"/>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Triângulo Retângulo 10">
            <a:extLst>
              <a:ext uri="{FF2B5EF4-FFF2-40B4-BE49-F238E27FC236}">
                <a16:creationId xmlns:a16="http://schemas.microsoft.com/office/drawing/2014/main" id="{F0B24A6E-DA16-1431-D873-68C923C17F8E}"/>
              </a:ext>
            </a:extLst>
          </p:cNvPr>
          <p:cNvSpPr/>
          <p:nvPr/>
        </p:nvSpPr>
        <p:spPr>
          <a:xfrm rot="16200000">
            <a:off x="11165246" y="5747425"/>
            <a:ext cx="785673" cy="1267836"/>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9">
            <a:extLst>
              <a:ext uri="{FF2B5EF4-FFF2-40B4-BE49-F238E27FC236}">
                <a16:creationId xmlns:a16="http://schemas.microsoft.com/office/drawing/2014/main" id="{49C3012E-0AD5-D500-AED4-88FAB76BEBAF}"/>
              </a:ext>
            </a:extLst>
          </p:cNvPr>
          <p:cNvSpPr/>
          <p:nvPr/>
        </p:nvSpPr>
        <p:spPr>
          <a:xfrm rot="2521543">
            <a:off x="-890599" y="4987543"/>
            <a:ext cx="5522042" cy="609100"/>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36973 w 3195629"/>
              <a:gd name="csY1" fmla="*/ 1478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42367 w 3195629"/>
              <a:gd name="csY1" fmla="*/ 2371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63951 w 3195629"/>
              <a:gd name="csY1" fmla="*/ 20741 h 742186"/>
              <a:gd name="csX2" fmla="*/ 3195629 w 3195629"/>
              <a:gd name="csY2" fmla="*/ 732661 h 742186"/>
              <a:gd name="csX3" fmla="*/ 752475 w 3195629"/>
              <a:gd name="csY3" fmla="*/ 742186 h 742186"/>
              <a:gd name="csX4" fmla="*/ 0 w 3195629"/>
              <a:gd name="csY4" fmla="*/ 0 h 742186"/>
              <a:gd name="csX0" fmla="*/ 0 w 3420683"/>
              <a:gd name="csY0" fmla="*/ 57078 h 721445"/>
              <a:gd name="csX1" fmla="*/ 2989005 w 3420683"/>
              <a:gd name="csY1" fmla="*/ 0 h 721445"/>
              <a:gd name="csX2" fmla="*/ 3420683 w 3420683"/>
              <a:gd name="csY2" fmla="*/ 711920 h 721445"/>
              <a:gd name="csX3" fmla="*/ 977529 w 3420683"/>
              <a:gd name="csY3" fmla="*/ 721445 h 721445"/>
              <a:gd name="csX4" fmla="*/ 0 w 3420683"/>
              <a:gd name="csY4" fmla="*/ 57078 h 721445"/>
              <a:gd name="csX0" fmla="*/ 0 w 3605387"/>
              <a:gd name="csY0" fmla="*/ 57078 h 721445"/>
              <a:gd name="csX1" fmla="*/ 2989005 w 3605387"/>
              <a:gd name="csY1" fmla="*/ 0 h 721445"/>
              <a:gd name="csX2" fmla="*/ 3605387 w 3605387"/>
              <a:gd name="csY2" fmla="*/ 579331 h 721445"/>
              <a:gd name="csX3" fmla="*/ 977529 w 3605387"/>
              <a:gd name="csY3" fmla="*/ 721445 h 721445"/>
              <a:gd name="csX4" fmla="*/ 0 w 3605387"/>
              <a:gd name="csY4" fmla="*/ 57078 h 721445"/>
              <a:gd name="csX0" fmla="*/ 0 w 3655973"/>
              <a:gd name="csY0" fmla="*/ 57078 h 721445"/>
              <a:gd name="csX1" fmla="*/ 2989005 w 3655973"/>
              <a:gd name="csY1" fmla="*/ 0 h 721445"/>
              <a:gd name="csX2" fmla="*/ 3655973 w 3655973"/>
              <a:gd name="csY2" fmla="*/ 601384 h 721445"/>
              <a:gd name="csX3" fmla="*/ 977529 w 3655973"/>
              <a:gd name="csY3" fmla="*/ 721445 h 721445"/>
              <a:gd name="csX4" fmla="*/ 0 w 3655973"/>
              <a:gd name="csY4" fmla="*/ 57078 h 721445"/>
              <a:gd name="csX0" fmla="*/ 0 w 3695447"/>
              <a:gd name="csY0" fmla="*/ 76567 h 721445"/>
              <a:gd name="csX1" fmla="*/ 3028479 w 3695447"/>
              <a:gd name="csY1" fmla="*/ 0 h 721445"/>
              <a:gd name="csX2" fmla="*/ 3695447 w 3695447"/>
              <a:gd name="csY2" fmla="*/ 601384 h 721445"/>
              <a:gd name="csX3" fmla="*/ 1017003 w 3695447"/>
              <a:gd name="csY3" fmla="*/ 721445 h 721445"/>
              <a:gd name="csX4" fmla="*/ 0 w 3695447"/>
              <a:gd name="csY4" fmla="*/ 76567 h 721445"/>
              <a:gd name="csX0" fmla="*/ 0 w 3028479"/>
              <a:gd name="csY0" fmla="*/ 76567 h 1383400"/>
              <a:gd name="csX1" fmla="*/ 3028479 w 3028479"/>
              <a:gd name="csY1" fmla="*/ 0 h 1383400"/>
              <a:gd name="csX2" fmla="*/ 2567946 w 3028479"/>
              <a:gd name="csY2" fmla="*/ 1383400 h 1383400"/>
              <a:gd name="csX3" fmla="*/ 1017003 w 3028479"/>
              <a:gd name="csY3" fmla="*/ 721445 h 1383400"/>
              <a:gd name="csX4" fmla="*/ 0 w 3028479"/>
              <a:gd name="csY4" fmla="*/ 76567 h 1383400"/>
              <a:gd name="csX0" fmla="*/ 0 w 3516706"/>
              <a:gd name="csY0" fmla="*/ 0 h 1306833"/>
              <a:gd name="csX1" fmla="*/ 3516706 w 3516706"/>
              <a:gd name="csY1" fmla="*/ 327695 h 1306833"/>
              <a:gd name="csX2" fmla="*/ 2567946 w 3516706"/>
              <a:gd name="csY2" fmla="*/ 1306833 h 1306833"/>
              <a:gd name="csX3" fmla="*/ 1017003 w 3516706"/>
              <a:gd name="csY3" fmla="*/ 644878 h 1306833"/>
              <a:gd name="csX4" fmla="*/ 0 w 3516706"/>
              <a:gd name="csY4" fmla="*/ 0 h 1306833"/>
              <a:gd name="csX0" fmla="*/ 0 w 2851713"/>
              <a:gd name="csY0" fmla="*/ 0 h 1077546"/>
              <a:gd name="csX1" fmla="*/ 2851713 w 2851713"/>
              <a:gd name="csY1" fmla="*/ 98408 h 1077546"/>
              <a:gd name="csX2" fmla="*/ 1902953 w 2851713"/>
              <a:gd name="csY2" fmla="*/ 1077546 h 1077546"/>
              <a:gd name="csX3" fmla="*/ 352010 w 2851713"/>
              <a:gd name="csY3" fmla="*/ 415591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652072 w 2851713"/>
              <a:gd name="csY3" fmla="*/ 849858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778863 w 2851713"/>
              <a:gd name="csY3" fmla="*/ 985216 h 1077546"/>
              <a:gd name="csX4" fmla="*/ 0 w 2851713"/>
              <a:gd name="csY4" fmla="*/ 0 h 1077546"/>
              <a:gd name="csX0" fmla="*/ 0 w 2651141"/>
              <a:gd name="csY0" fmla="*/ 187821 h 1265367"/>
              <a:gd name="csX1" fmla="*/ 2651141 w 2651141"/>
              <a:gd name="csY1" fmla="*/ 0 h 1265367"/>
              <a:gd name="csX2" fmla="*/ 1902953 w 2651141"/>
              <a:gd name="csY2" fmla="*/ 1265367 h 1265367"/>
              <a:gd name="csX3" fmla="*/ 778863 w 2651141"/>
              <a:gd name="csY3" fmla="*/ 1173037 h 1265367"/>
              <a:gd name="csX4" fmla="*/ 0 w 2651141"/>
              <a:gd name="csY4" fmla="*/ 187821 h 1265367"/>
              <a:gd name="csX0" fmla="*/ 0 w 2651141"/>
              <a:gd name="csY0" fmla="*/ 187821 h 1206406"/>
              <a:gd name="csX1" fmla="*/ 2651141 w 2651141"/>
              <a:gd name="csY1" fmla="*/ 0 h 1206406"/>
              <a:gd name="csX2" fmla="*/ 1871704 w 2651141"/>
              <a:gd name="csY2" fmla="*/ 1206406 h 1206406"/>
              <a:gd name="csX3" fmla="*/ 778863 w 2651141"/>
              <a:gd name="csY3" fmla="*/ 1173037 h 1206406"/>
              <a:gd name="csX4" fmla="*/ 0 w 2651141"/>
              <a:gd name="csY4" fmla="*/ 187821 h 1206406"/>
              <a:gd name="csX0" fmla="*/ 0 w 2406428"/>
              <a:gd name="csY0" fmla="*/ 0 h 1215518"/>
              <a:gd name="csX1" fmla="*/ 2406428 w 2406428"/>
              <a:gd name="csY1" fmla="*/ 9112 h 1215518"/>
              <a:gd name="csX2" fmla="*/ 1626991 w 2406428"/>
              <a:gd name="csY2" fmla="*/ 1215518 h 1215518"/>
              <a:gd name="csX3" fmla="*/ 534150 w 2406428"/>
              <a:gd name="csY3" fmla="*/ 1182149 h 1215518"/>
              <a:gd name="csX4" fmla="*/ 0 w 2406428"/>
              <a:gd name="csY4" fmla="*/ 0 h 1215518"/>
              <a:gd name="csX0" fmla="*/ 0 w 2406428"/>
              <a:gd name="csY0" fmla="*/ 0 h 1215518"/>
              <a:gd name="csX1" fmla="*/ 2406428 w 2406428"/>
              <a:gd name="csY1" fmla="*/ 9112 h 1215518"/>
              <a:gd name="csX2" fmla="*/ 1626991 w 2406428"/>
              <a:gd name="csY2" fmla="*/ 1215518 h 1215518"/>
              <a:gd name="csX3" fmla="*/ 611250 w 2406428"/>
              <a:gd name="csY3" fmla="*/ 1182716 h 1215518"/>
              <a:gd name="csX4" fmla="*/ 0 w 2406428"/>
              <a:gd name="csY4" fmla="*/ 0 h 1215518"/>
              <a:gd name="csX0" fmla="*/ 0 w 2107121"/>
              <a:gd name="csY0" fmla="*/ 0 h 1284390"/>
              <a:gd name="csX1" fmla="*/ 2107121 w 2107121"/>
              <a:gd name="csY1" fmla="*/ 77984 h 1284390"/>
              <a:gd name="csX2" fmla="*/ 1327684 w 2107121"/>
              <a:gd name="csY2" fmla="*/ 1284390 h 1284390"/>
              <a:gd name="csX3" fmla="*/ 311943 w 2107121"/>
              <a:gd name="csY3" fmla="*/ 1251588 h 1284390"/>
              <a:gd name="csX4" fmla="*/ 0 w 2107121"/>
              <a:gd name="csY4" fmla="*/ 0 h 1284390"/>
              <a:gd name="csX0" fmla="*/ 0 w 1633519"/>
              <a:gd name="csY0" fmla="*/ 0 h 1284390"/>
              <a:gd name="csX1" fmla="*/ 1633519 w 1633519"/>
              <a:gd name="csY1" fmla="*/ 194601 h 1284390"/>
              <a:gd name="csX2" fmla="*/ 1327684 w 1633519"/>
              <a:gd name="csY2" fmla="*/ 1284390 h 1284390"/>
              <a:gd name="csX3" fmla="*/ 311943 w 1633519"/>
              <a:gd name="csY3" fmla="*/ 1251588 h 1284390"/>
              <a:gd name="csX4" fmla="*/ 0 w 1633519"/>
              <a:gd name="csY4" fmla="*/ 0 h 1284390"/>
              <a:gd name="csX0" fmla="*/ 0 w 1633519"/>
              <a:gd name="csY0" fmla="*/ 0 h 1263607"/>
              <a:gd name="csX1" fmla="*/ 1633519 w 1633519"/>
              <a:gd name="csY1" fmla="*/ 194601 h 1263607"/>
              <a:gd name="csX2" fmla="*/ 1313305 w 1633519"/>
              <a:gd name="csY2" fmla="*/ 1263607 h 1263607"/>
              <a:gd name="csX3" fmla="*/ 311943 w 1633519"/>
              <a:gd name="csY3" fmla="*/ 1251588 h 1263607"/>
              <a:gd name="csX4" fmla="*/ 0 w 1633519"/>
              <a:gd name="csY4" fmla="*/ 0 h 1263607"/>
              <a:gd name="csX0" fmla="*/ 0 w 1559279"/>
              <a:gd name="csY0" fmla="*/ 90038 h 1069006"/>
              <a:gd name="csX1" fmla="*/ 1559279 w 1559279"/>
              <a:gd name="csY1" fmla="*/ 0 h 1069006"/>
              <a:gd name="csX2" fmla="*/ 1239065 w 1559279"/>
              <a:gd name="csY2" fmla="*/ 1069006 h 1069006"/>
              <a:gd name="csX3" fmla="*/ 237703 w 1559279"/>
              <a:gd name="csY3" fmla="*/ 1056987 h 1069006"/>
              <a:gd name="csX4" fmla="*/ 0 w 1559279"/>
              <a:gd name="csY4" fmla="*/ 90038 h 1069006"/>
              <a:gd name="csX0" fmla="*/ 0 w 1479654"/>
              <a:gd name="csY0" fmla="*/ 553746 h 1532714"/>
              <a:gd name="csX1" fmla="*/ 1479654 w 1479654"/>
              <a:gd name="csY1" fmla="*/ 0 h 1532714"/>
              <a:gd name="csX2" fmla="*/ 1239065 w 1479654"/>
              <a:gd name="csY2" fmla="*/ 1532714 h 1532714"/>
              <a:gd name="csX3" fmla="*/ 237703 w 1479654"/>
              <a:gd name="csY3" fmla="*/ 1520695 h 1532714"/>
              <a:gd name="csX4" fmla="*/ 0 w 1479654"/>
              <a:gd name="csY4" fmla="*/ 553746 h 1532714"/>
              <a:gd name="csX0" fmla="*/ 0 w 1381342"/>
              <a:gd name="csY0" fmla="*/ 488253 h 1532714"/>
              <a:gd name="csX1" fmla="*/ 1381342 w 1381342"/>
              <a:gd name="csY1" fmla="*/ 0 h 1532714"/>
              <a:gd name="csX2" fmla="*/ 1140753 w 1381342"/>
              <a:gd name="csY2" fmla="*/ 1532714 h 1532714"/>
              <a:gd name="csX3" fmla="*/ 139391 w 1381342"/>
              <a:gd name="csY3" fmla="*/ 1520695 h 1532714"/>
              <a:gd name="csX4" fmla="*/ 0 w 1381342"/>
              <a:gd name="csY4" fmla="*/ 488253 h 1532714"/>
              <a:gd name="csX0" fmla="*/ 0 w 1337221"/>
              <a:gd name="csY0" fmla="*/ 152301 h 1196762"/>
              <a:gd name="csX1" fmla="*/ 1337221 w 1337221"/>
              <a:gd name="csY1" fmla="*/ 0 h 1196762"/>
              <a:gd name="csX2" fmla="*/ 1140753 w 1337221"/>
              <a:gd name="csY2" fmla="*/ 1196762 h 1196762"/>
              <a:gd name="csX3" fmla="*/ 139391 w 1337221"/>
              <a:gd name="csY3" fmla="*/ 1184743 h 1196762"/>
              <a:gd name="csX4" fmla="*/ 0 w 1337221"/>
              <a:gd name="csY4" fmla="*/ 152301 h 1196762"/>
              <a:gd name="csX0" fmla="*/ 0 w 1265474"/>
              <a:gd name="csY0" fmla="*/ -1 h 1226601"/>
              <a:gd name="csX1" fmla="*/ 1265474 w 1265474"/>
              <a:gd name="csY1" fmla="*/ 29839 h 1226601"/>
              <a:gd name="csX2" fmla="*/ 1069006 w 1265474"/>
              <a:gd name="csY2" fmla="*/ 1226601 h 1226601"/>
              <a:gd name="csX3" fmla="*/ 67644 w 1265474"/>
              <a:gd name="csY3" fmla="*/ 1214582 h 1226601"/>
              <a:gd name="csX4" fmla="*/ 0 w 1265474"/>
              <a:gd name="csY4" fmla="*/ -1 h 1226601"/>
              <a:gd name="csX0" fmla="*/ 0 w 1265474"/>
              <a:gd name="csY0" fmla="*/ -1 h 1226601"/>
              <a:gd name="csX1" fmla="*/ 1265474 w 1265474"/>
              <a:gd name="csY1" fmla="*/ 29839 h 1226601"/>
              <a:gd name="csX2" fmla="*/ 1069006 w 1265474"/>
              <a:gd name="csY2" fmla="*/ 1226601 h 1226601"/>
              <a:gd name="csX3" fmla="*/ 124023 w 1265474"/>
              <a:gd name="csY3" fmla="*/ 1170708 h 1226601"/>
              <a:gd name="csX4" fmla="*/ 0 w 1265474"/>
              <a:gd name="csY4" fmla="*/ -1 h 1226601"/>
              <a:gd name="csX0" fmla="*/ 0 w 1249316"/>
              <a:gd name="csY0" fmla="*/ 149152 h 1375754"/>
              <a:gd name="csX1" fmla="*/ 1249316 w 1249316"/>
              <a:gd name="csY1" fmla="*/ 0 h 1375754"/>
              <a:gd name="csX2" fmla="*/ 1069006 w 1249316"/>
              <a:gd name="csY2" fmla="*/ 1375754 h 1375754"/>
              <a:gd name="csX3" fmla="*/ 124023 w 1249316"/>
              <a:gd name="csY3" fmla="*/ 1319861 h 1375754"/>
              <a:gd name="csX4" fmla="*/ 0 w 1249316"/>
              <a:gd name="csY4" fmla="*/ 149152 h 1375754"/>
            </a:gdLst>
            <a:ahLst/>
            <a:cxnLst>
              <a:cxn ang="0">
                <a:pos x="csX0" y="csY0"/>
              </a:cxn>
              <a:cxn ang="0">
                <a:pos x="csX1" y="csY1"/>
              </a:cxn>
              <a:cxn ang="0">
                <a:pos x="csX2" y="csY2"/>
              </a:cxn>
              <a:cxn ang="0">
                <a:pos x="csX3" y="csY3"/>
              </a:cxn>
              <a:cxn ang="0">
                <a:pos x="csX4" y="csY4"/>
              </a:cxn>
            </a:cxnLst>
            <a:rect l="l" t="t" r="r" b="b"/>
            <a:pathLst>
              <a:path w="1249316" h="1375754">
                <a:moveTo>
                  <a:pt x="0" y="149152"/>
                </a:moveTo>
                <a:lnTo>
                  <a:pt x="1249316" y="0"/>
                </a:lnTo>
                <a:lnTo>
                  <a:pt x="1069006" y="1375754"/>
                </a:lnTo>
                <a:lnTo>
                  <a:pt x="124023" y="1319861"/>
                </a:lnTo>
                <a:lnTo>
                  <a:pt x="0" y="149152"/>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riângulo Retângulo 13">
            <a:extLst>
              <a:ext uri="{FF2B5EF4-FFF2-40B4-BE49-F238E27FC236}">
                <a16:creationId xmlns:a16="http://schemas.microsoft.com/office/drawing/2014/main" id="{3EECBDF2-5870-4BEC-12D0-8045C4D7EAD9}"/>
              </a:ext>
            </a:extLst>
          </p:cNvPr>
          <p:cNvSpPr/>
          <p:nvPr/>
        </p:nvSpPr>
        <p:spPr>
          <a:xfrm rot="10800000">
            <a:off x="7782560" y="23910"/>
            <a:ext cx="4406554" cy="3215983"/>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5" name="Conector reto 14">
            <a:extLst>
              <a:ext uri="{FF2B5EF4-FFF2-40B4-BE49-F238E27FC236}">
                <a16:creationId xmlns:a16="http://schemas.microsoft.com/office/drawing/2014/main" id="{92C86E90-5C56-9755-2B90-3B7960FE1AB7}"/>
              </a:ext>
            </a:extLst>
          </p:cNvPr>
          <p:cNvCxnSpPr>
            <a:cxnSpLocks/>
          </p:cNvCxnSpPr>
          <p:nvPr/>
        </p:nvCxnSpPr>
        <p:spPr>
          <a:xfrm flipV="1">
            <a:off x="8916404" y="6179845"/>
            <a:ext cx="214579" cy="281074"/>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Conector reto 15">
            <a:extLst>
              <a:ext uri="{FF2B5EF4-FFF2-40B4-BE49-F238E27FC236}">
                <a16:creationId xmlns:a16="http://schemas.microsoft.com/office/drawing/2014/main" id="{09DA8782-1AFD-3F11-2C35-978D0B4A480A}"/>
              </a:ext>
            </a:extLst>
          </p:cNvPr>
          <p:cNvCxnSpPr>
            <a:cxnSpLocks/>
          </p:cNvCxnSpPr>
          <p:nvPr/>
        </p:nvCxnSpPr>
        <p:spPr>
          <a:xfrm>
            <a:off x="9130983" y="6179845"/>
            <a:ext cx="2299017" cy="5271"/>
          </a:xfrm>
          <a:prstGeom prst="line">
            <a:avLst/>
          </a:prstGeom>
          <a:ln w="9525"/>
        </p:spPr>
        <p:style>
          <a:lnRef idx="2">
            <a:schemeClr val="dk1"/>
          </a:lnRef>
          <a:fillRef idx="0">
            <a:schemeClr val="dk1"/>
          </a:fillRef>
          <a:effectRef idx="1">
            <a:schemeClr val="dk1"/>
          </a:effectRef>
          <a:fontRef idx="minor">
            <a:schemeClr val="tx1"/>
          </a:fontRef>
        </p:style>
      </p:cxnSp>
      <p:sp>
        <p:nvSpPr>
          <p:cNvPr id="17" name="Elipse 16">
            <a:extLst>
              <a:ext uri="{FF2B5EF4-FFF2-40B4-BE49-F238E27FC236}">
                <a16:creationId xmlns:a16="http://schemas.microsoft.com/office/drawing/2014/main" id="{99B9E395-2345-9E71-DC79-DD50E64ADDB4}"/>
              </a:ext>
            </a:extLst>
          </p:cNvPr>
          <p:cNvSpPr/>
          <p:nvPr/>
        </p:nvSpPr>
        <p:spPr>
          <a:xfrm>
            <a:off x="11953240" y="5824765"/>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1" name="Conector reto 20">
            <a:extLst>
              <a:ext uri="{FF2B5EF4-FFF2-40B4-BE49-F238E27FC236}">
                <a16:creationId xmlns:a16="http://schemas.microsoft.com/office/drawing/2014/main" id="{A2F2163F-A009-FF7F-DF23-C5BA4CE8023F}"/>
              </a:ext>
            </a:extLst>
          </p:cNvPr>
          <p:cNvCxnSpPr>
            <a:cxnSpLocks/>
          </p:cNvCxnSpPr>
          <p:nvPr/>
        </p:nvCxnSpPr>
        <p:spPr>
          <a:xfrm>
            <a:off x="7467254" y="6460088"/>
            <a:ext cx="1451055" cy="831"/>
          </a:xfrm>
          <a:prstGeom prst="line">
            <a:avLst/>
          </a:prstGeom>
          <a:ln w="9525"/>
        </p:spPr>
        <p:style>
          <a:lnRef idx="2">
            <a:schemeClr val="dk1"/>
          </a:lnRef>
          <a:fillRef idx="0">
            <a:schemeClr val="dk1"/>
          </a:fillRef>
          <a:effectRef idx="1">
            <a:schemeClr val="dk1"/>
          </a:effectRef>
          <a:fontRef idx="minor">
            <a:schemeClr val="tx1"/>
          </a:fontRef>
        </p:style>
      </p:cxnSp>
      <p:sp>
        <p:nvSpPr>
          <p:cNvPr id="25" name="Elipse 24">
            <a:extLst>
              <a:ext uri="{FF2B5EF4-FFF2-40B4-BE49-F238E27FC236}">
                <a16:creationId xmlns:a16="http://schemas.microsoft.com/office/drawing/2014/main" id="{01BBDB0E-A97A-7460-1D5A-F25F0FB9C8CF}"/>
              </a:ext>
            </a:extLst>
          </p:cNvPr>
          <p:cNvSpPr/>
          <p:nvPr/>
        </p:nvSpPr>
        <p:spPr>
          <a:xfrm>
            <a:off x="7429790" y="6443140"/>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6" name="Conector reto 25">
            <a:extLst>
              <a:ext uri="{FF2B5EF4-FFF2-40B4-BE49-F238E27FC236}">
                <a16:creationId xmlns:a16="http://schemas.microsoft.com/office/drawing/2014/main" id="{7B04BE03-6CC4-1898-57F4-838CDA741AD5}"/>
              </a:ext>
            </a:extLst>
          </p:cNvPr>
          <p:cNvCxnSpPr>
            <a:cxnSpLocks/>
          </p:cNvCxnSpPr>
          <p:nvPr/>
        </p:nvCxnSpPr>
        <p:spPr>
          <a:xfrm flipV="1">
            <a:off x="11424379" y="5841399"/>
            <a:ext cx="556676" cy="345845"/>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3" name="Conector reto 42">
            <a:extLst>
              <a:ext uri="{FF2B5EF4-FFF2-40B4-BE49-F238E27FC236}">
                <a16:creationId xmlns:a16="http://schemas.microsoft.com/office/drawing/2014/main" id="{E075F116-4939-FB9F-5E8C-FB409E7FB9CF}"/>
              </a:ext>
            </a:extLst>
          </p:cNvPr>
          <p:cNvCxnSpPr>
            <a:cxnSpLocks/>
          </p:cNvCxnSpPr>
          <p:nvPr/>
        </p:nvCxnSpPr>
        <p:spPr>
          <a:xfrm flipV="1">
            <a:off x="213711" y="618754"/>
            <a:ext cx="301951" cy="309288"/>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4" name="Conector reto 43">
            <a:extLst>
              <a:ext uri="{FF2B5EF4-FFF2-40B4-BE49-F238E27FC236}">
                <a16:creationId xmlns:a16="http://schemas.microsoft.com/office/drawing/2014/main" id="{286F400A-8305-5C46-48D5-0118BAC8B50F}"/>
              </a:ext>
            </a:extLst>
          </p:cNvPr>
          <p:cNvCxnSpPr>
            <a:cxnSpLocks/>
          </p:cNvCxnSpPr>
          <p:nvPr/>
        </p:nvCxnSpPr>
        <p:spPr>
          <a:xfrm>
            <a:off x="511852" y="618754"/>
            <a:ext cx="2442118" cy="0"/>
          </a:xfrm>
          <a:prstGeom prst="line">
            <a:avLst/>
          </a:prstGeom>
          <a:ln w="9525"/>
        </p:spPr>
        <p:style>
          <a:lnRef idx="2">
            <a:schemeClr val="dk1"/>
          </a:lnRef>
          <a:fillRef idx="0">
            <a:schemeClr val="dk1"/>
          </a:fillRef>
          <a:effectRef idx="1">
            <a:schemeClr val="dk1"/>
          </a:effectRef>
          <a:fontRef idx="minor">
            <a:schemeClr val="tx1"/>
          </a:fontRef>
        </p:style>
      </p:cxnSp>
      <p:cxnSp>
        <p:nvCxnSpPr>
          <p:cNvPr id="45" name="Conector reto 44">
            <a:extLst>
              <a:ext uri="{FF2B5EF4-FFF2-40B4-BE49-F238E27FC236}">
                <a16:creationId xmlns:a16="http://schemas.microsoft.com/office/drawing/2014/main" id="{7BE6765C-9A36-8704-E37A-2B7B8BA98C4F}"/>
              </a:ext>
            </a:extLst>
          </p:cNvPr>
          <p:cNvCxnSpPr>
            <a:cxnSpLocks/>
          </p:cNvCxnSpPr>
          <p:nvPr/>
        </p:nvCxnSpPr>
        <p:spPr>
          <a:xfrm>
            <a:off x="3207611" y="327659"/>
            <a:ext cx="792889" cy="0"/>
          </a:xfrm>
          <a:prstGeom prst="line">
            <a:avLst/>
          </a:prstGeom>
          <a:ln w="9525"/>
        </p:spPr>
        <p:style>
          <a:lnRef idx="2">
            <a:schemeClr val="dk1"/>
          </a:lnRef>
          <a:fillRef idx="0">
            <a:schemeClr val="dk1"/>
          </a:fillRef>
          <a:effectRef idx="1">
            <a:schemeClr val="dk1"/>
          </a:effectRef>
          <a:fontRef idx="minor">
            <a:schemeClr val="tx1"/>
          </a:fontRef>
        </p:style>
      </p:cxnSp>
      <p:sp>
        <p:nvSpPr>
          <p:cNvPr id="46" name="Elipse 45">
            <a:extLst>
              <a:ext uri="{FF2B5EF4-FFF2-40B4-BE49-F238E27FC236}">
                <a16:creationId xmlns:a16="http://schemas.microsoft.com/office/drawing/2014/main" id="{1B2B2615-1FB0-3784-F775-CE69C415C396}"/>
              </a:ext>
            </a:extLst>
          </p:cNvPr>
          <p:cNvSpPr/>
          <p:nvPr/>
        </p:nvSpPr>
        <p:spPr>
          <a:xfrm>
            <a:off x="179422" y="920422"/>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7" name="Conector reto 46">
            <a:extLst>
              <a:ext uri="{FF2B5EF4-FFF2-40B4-BE49-F238E27FC236}">
                <a16:creationId xmlns:a16="http://schemas.microsoft.com/office/drawing/2014/main" id="{5CFFFF73-82B8-A938-2273-DA76B13460C1}"/>
              </a:ext>
            </a:extLst>
          </p:cNvPr>
          <p:cNvCxnSpPr>
            <a:cxnSpLocks/>
          </p:cNvCxnSpPr>
          <p:nvPr/>
        </p:nvCxnSpPr>
        <p:spPr>
          <a:xfrm flipV="1">
            <a:off x="2953970" y="327660"/>
            <a:ext cx="253641" cy="291094"/>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59" name="Elipse 58">
            <a:extLst>
              <a:ext uri="{FF2B5EF4-FFF2-40B4-BE49-F238E27FC236}">
                <a16:creationId xmlns:a16="http://schemas.microsoft.com/office/drawing/2014/main" id="{41421BC4-3155-260E-FE16-21A2B406085D}"/>
              </a:ext>
            </a:extLst>
          </p:cNvPr>
          <p:cNvSpPr/>
          <p:nvPr/>
        </p:nvSpPr>
        <p:spPr>
          <a:xfrm>
            <a:off x="3996339" y="304799"/>
            <a:ext cx="45719" cy="4571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Retângulo 9">
            <a:extLst>
              <a:ext uri="{FF2B5EF4-FFF2-40B4-BE49-F238E27FC236}">
                <a16:creationId xmlns:a16="http://schemas.microsoft.com/office/drawing/2014/main" id="{2F529C3F-3AA7-C7BF-EBED-E5429C9A28BF}"/>
              </a:ext>
            </a:extLst>
          </p:cNvPr>
          <p:cNvSpPr/>
          <p:nvPr/>
        </p:nvSpPr>
        <p:spPr>
          <a:xfrm rot="2521543">
            <a:off x="-1070028" y="5425309"/>
            <a:ext cx="3472648" cy="1768659"/>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36973 w 3195629"/>
              <a:gd name="csY1" fmla="*/ 1478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42367 w 3195629"/>
              <a:gd name="csY1" fmla="*/ 2371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63951 w 3195629"/>
              <a:gd name="csY1" fmla="*/ 20741 h 742186"/>
              <a:gd name="csX2" fmla="*/ 3195629 w 3195629"/>
              <a:gd name="csY2" fmla="*/ 732661 h 742186"/>
              <a:gd name="csX3" fmla="*/ 752475 w 3195629"/>
              <a:gd name="csY3" fmla="*/ 742186 h 742186"/>
              <a:gd name="csX4" fmla="*/ 0 w 3195629"/>
              <a:gd name="csY4" fmla="*/ 0 h 742186"/>
              <a:gd name="csX0" fmla="*/ 0 w 3420683"/>
              <a:gd name="csY0" fmla="*/ 57078 h 721445"/>
              <a:gd name="csX1" fmla="*/ 2989005 w 3420683"/>
              <a:gd name="csY1" fmla="*/ 0 h 721445"/>
              <a:gd name="csX2" fmla="*/ 3420683 w 3420683"/>
              <a:gd name="csY2" fmla="*/ 711920 h 721445"/>
              <a:gd name="csX3" fmla="*/ 977529 w 3420683"/>
              <a:gd name="csY3" fmla="*/ 721445 h 721445"/>
              <a:gd name="csX4" fmla="*/ 0 w 3420683"/>
              <a:gd name="csY4" fmla="*/ 57078 h 721445"/>
              <a:gd name="csX0" fmla="*/ 0 w 3605387"/>
              <a:gd name="csY0" fmla="*/ 57078 h 721445"/>
              <a:gd name="csX1" fmla="*/ 2989005 w 3605387"/>
              <a:gd name="csY1" fmla="*/ 0 h 721445"/>
              <a:gd name="csX2" fmla="*/ 3605387 w 3605387"/>
              <a:gd name="csY2" fmla="*/ 579331 h 721445"/>
              <a:gd name="csX3" fmla="*/ 977529 w 3605387"/>
              <a:gd name="csY3" fmla="*/ 721445 h 721445"/>
              <a:gd name="csX4" fmla="*/ 0 w 3605387"/>
              <a:gd name="csY4" fmla="*/ 57078 h 721445"/>
              <a:gd name="csX0" fmla="*/ 0 w 3655973"/>
              <a:gd name="csY0" fmla="*/ 57078 h 721445"/>
              <a:gd name="csX1" fmla="*/ 2989005 w 3655973"/>
              <a:gd name="csY1" fmla="*/ 0 h 721445"/>
              <a:gd name="csX2" fmla="*/ 3655973 w 3655973"/>
              <a:gd name="csY2" fmla="*/ 601384 h 721445"/>
              <a:gd name="csX3" fmla="*/ 977529 w 3655973"/>
              <a:gd name="csY3" fmla="*/ 721445 h 721445"/>
              <a:gd name="csX4" fmla="*/ 0 w 3655973"/>
              <a:gd name="csY4" fmla="*/ 57078 h 721445"/>
              <a:gd name="csX0" fmla="*/ 0 w 3695447"/>
              <a:gd name="csY0" fmla="*/ 76567 h 721445"/>
              <a:gd name="csX1" fmla="*/ 3028479 w 3695447"/>
              <a:gd name="csY1" fmla="*/ 0 h 721445"/>
              <a:gd name="csX2" fmla="*/ 3695447 w 3695447"/>
              <a:gd name="csY2" fmla="*/ 601384 h 721445"/>
              <a:gd name="csX3" fmla="*/ 1017003 w 3695447"/>
              <a:gd name="csY3" fmla="*/ 721445 h 721445"/>
              <a:gd name="csX4" fmla="*/ 0 w 3695447"/>
              <a:gd name="csY4" fmla="*/ 76567 h 721445"/>
              <a:gd name="csX0" fmla="*/ 0 w 3028479"/>
              <a:gd name="csY0" fmla="*/ 76567 h 1383400"/>
              <a:gd name="csX1" fmla="*/ 3028479 w 3028479"/>
              <a:gd name="csY1" fmla="*/ 0 h 1383400"/>
              <a:gd name="csX2" fmla="*/ 2567946 w 3028479"/>
              <a:gd name="csY2" fmla="*/ 1383400 h 1383400"/>
              <a:gd name="csX3" fmla="*/ 1017003 w 3028479"/>
              <a:gd name="csY3" fmla="*/ 721445 h 1383400"/>
              <a:gd name="csX4" fmla="*/ 0 w 3028479"/>
              <a:gd name="csY4" fmla="*/ 76567 h 1383400"/>
              <a:gd name="csX0" fmla="*/ 0 w 3516706"/>
              <a:gd name="csY0" fmla="*/ 0 h 1306833"/>
              <a:gd name="csX1" fmla="*/ 3516706 w 3516706"/>
              <a:gd name="csY1" fmla="*/ 327695 h 1306833"/>
              <a:gd name="csX2" fmla="*/ 2567946 w 3516706"/>
              <a:gd name="csY2" fmla="*/ 1306833 h 1306833"/>
              <a:gd name="csX3" fmla="*/ 1017003 w 3516706"/>
              <a:gd name="csY3" fmla="*/ 644878 h 1306833"/>
              <a:gd name="csX4" fmla="*/ 0 w 3516706"/>
              <a:gd name="csY4" fmla="*/ 0 h 1306833"/>
              <a:gd name="csX0" fmla="*/ 0 w 2851713"/>
              <a:gd name="csY0" fmla="*/ 0 h 1077546"/>
              <a:gd name="csX1" fmla="*/ 2851713 w 2851713"/>
              <a:gd name="csY1" fmla="*/ 98408 h 1077546"/>
              <a:gd name="csX2" fmla="*/ 1902953 w 2851713"/>
              <a:gd name="csY2" fmla="*/ 1077546 h 1077546"/>
              <a:gd name="csX3" fmla="*/ 352010 w 2851713"/>
              <a:gd name="csY3" fmla="*/ 415591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652072 w 2851713"/>
              <a:gd name="csY3" fmla="*/ 849858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778863 w 2851713"/>
              <a:gd name="csY3" fmla="*/ 985216 h 1077546"/>
              <a:gd name="csX4" fmla="*/ 0 w 2851713"/>
              <a:gd name="csY4" fmla="*/ 0 h 1077546"/>
              <a:gd name="csX0" fmla="*/ 0 w 2651141"/>
              <a:gd name="csY0" fmla="*/ 187821 h 1265367"/>
              <a:gd name="csX1" fmla="*/ 2651141 w 2651141"/>
              <a:gd name="csY1" fmla="*/ 0 h 1265367"/>
              <a:gd name="csX2" fmla="*/ 1902953 w 2651141"/>
              <a:gd name="csY2" fmla="*/ 1265367 h 1265367"/>
              <a:gd name="csX3" fmla="*/ 778863 w 2651141"/>
              <a:gd name="csY3" fmla="*/ 1173037 h 1265367"/>
              <a:gd name="csX4" fmla="*/ 0 w 2651141"/>
              <a:gd name="csY4" fmla="*/ 187821 h 1265367"/>
              <a:gd name="csX0" fmla="*/ 0 w 2651141"/>
              <a:gd name="csY0" fmla="*/ 187821 h 1206406"/>
              <a:gd name="csX1" fmla="*/ 2651141 w 2651141"/>
              <a:gd name="csY1" fmla="*/ 0 h 1206406"/>
              <a:gd name="csX2" fmla="*/ 1871704 w 2651141"/>
              <a:gd name="csY2" fmla="*/ 1206406 h 1206406"/>
              <a:gd name="csX3" fmla="*/ 778863 w 2651141"/>
              <a:gd name="csY3" fmla="*/ 1173037 h 1206406"/>
              <a:gd name="csX4" fmla="*/ 0 w 2651141"/>
              <a:gd name="csY4" fmla="*/ 187821 h 1206406"/>
              <a:gd name="csX0" fmla="*/ 0 w 2406428"/>
              <a:gd name="csY0" fmla="*/ 0 h 1215518"/>
              <a:gd name="csX1" fmla="*/ 2406428 w 2406428"/>
              <a:gd name="csY1" fmla="*/ 9112 h 1215518"/>
              <a:gd name="csX2" fmla="*/ 1626991 w 2406428"/>
              <a:gd name="csY2" fmla="*/ 1215518 h 1215518"/>
              <a:gd name="csX3" fmla="*/ 534150 w 2406428"/>
              <a:gd name="csY3" fmla="*/ 1182149 h 1215518"/>
              <a:gd name="csX4" fmla="*/ 0 w 2406428"/>
              <a:gd name="csY4" fmla="*/ 0 h 1215518"/>
              <a:gd name="csX0" fmla="*/ 0 w 2406428"/>
              <a:gd name="csY0" fmla="*/ 0 h 1215518"/>
              <a:gd name="csX1" fmla="*/ 2406428 w 2406428"/>
              <a:gd name="csY1" fmla="*/ 9112 h 1215518"/>
              <a:gd name="csX2" fmla="*/ 1626991 w 2406428"/>
              <a:gd name="csY2" fmla="*/ 1215518 h 1215518"/>
              <a:gd name="csX3" fmla="*/ 611250 w 2406428"/>
              <a:gd name="csY3" fmla="*/ 1182716 h 1215518"/>
              <a:gd name="csX4" fmla="*/ 0 w 2406428"/>
              <a:gd name="csY4" fmla="*/ 0 h 1215518"/>
              <a:gd name="csX0" fmla="*/ 0 w 2406428"/>
              <a:gd name="csY0" fmla="*/ 0 h 1182716"/>
              <a:gd name="csX1" fmla="*/ 2406428 w 2406428"/>
              <a:gd name="csY1" fmla="*/ 9112 h 1182716"/>
              <a:gd name="csX2" fmla="*/ 1155618 w 2406428"/>
              <a:gd name="csY2" fmla="*/ 958441 h 1182716"/>
              <a:gd name="csX3" fmla="*/ 611250 w 2406428"/>
              <a:gd name="csY3" fmla="*/ 1182716 h 1182716"/>
              <a:gd name="csX4" fmla="*/ 0 w 2406428"/>
              <a:gd name="csY4" fmla="*/ 0 h 1182716"/>
              <a:gd name="csX0" fmla="*/ 0 w 1772672"/>
              <a:gd name="csY0" fmla="*/ 0 h 1182716"/>
              <a:gd name="csX1" fmla="*/ 1772672 w 1772672"/>
              <a:gd name="csY1" fmla="*/ 18686 h 1182716"/>
              <a:gd name="csX2" fmla="*/ 1155618 w 1772672"/>
              <a:gd name="csY2" fmla="*/ 958441 h 1182716"/>
              <a:gd name="csX3" fmla="*/ 611250 w 1772672"/>
              <a:gd name="csY3" fmla="*/ 1182716 h 1182716"/>
              <a:gd name="csX4" fmla="*/ 0 w 1772672"/>
              <a:gd name="csY4" fmla="*/ 0 h 1182716"/>
              <a:gd name="csX0" fmla="*/ 0 w 1772672"/>
              <a:gd name="csY0" fmla="*/ 0 h 958441"/>
              <a:gd name="csX1" fmla="*/ 1772672 w 1772672"/>
              <a:gd name="csY1" fmla="*/ 18686 h 958441"/>
              <a:gd name="csX2" fmla="*/ 1155618 w 1772672"/>
              <a:gd name="csY2" fmla="*/ 958441 h 958441"/>
              <a:gd name="csX3" fmla="*/ 476410 w 1772672"/>
              <a:gd name="csY3" fmla="*/ 908539 h 958441"/>
              <a:gd name="csX4" fmla="*/ 0 w 1772672"/>
              <a:gd name="csY4" fmla="*/ 0 h 958441"/>
              <a:gd name="csX0" fmla="*/ 0 w 1772672"/>
              <a:gd name="csY0" fmla="*/ 0 h 932844"/>
              <a:gd name="csX1" fmla="*/ 1772672 w 1772672"/>
              <a:gd name="csY1" fmla="*/ 18686 h 932844"/>
              <a:gd name="csX2" fmla="*/ 1183942 w 1772672"/>
              <a:gd name="csY2" fmla="*/ 932844 h 932844"/>
              <a:gd name="csX3" fmla="*/ 476410 w 1772672"/>
              <a:gd name="csY3" fmla="*/ 908539 h 932844"/>
              <a:gd name="csX4" fmla="*/ 0 w 1772672"/>
              <a:gd name="csY4" fmla="*/ 0 h 932844"/>
              <a:gd name="csX0" fmla="*/ 0 w 1772672"/>
              <a:gd name="csY0" fmla="*/ 0 h 932844"/>
              <a:gd name="csX1" fmla="*/ 1772672 w 1772672"/>
              <a:gd name="csY1" fmla="*/ 18686 h 932844"/>
              <a:gd name="csX2" fmla="*/ 1183942 w 1772672"/>
              <a:gd name="csY2" fmla="*/ 932844 h 932844"/>
              <a:gd name="csX3" fmla="*/ 826143 w 1772672"/>
              <a:gd name="csY3" fmla="*/ 773152 h 932844"/>
              <a:gd name="csX4" fmla="*/ 0 w 1772672"/>
              <a:gd name="csY4" fmla="*/ 0 h 932844"/>
              <a:gd name="csX0" fmla="*/ 0 w 1772672"/>
              <a:gd name="csY0" fmla="*/ 0 h 773152"/>
              <a:gd name="csX1" fmla="*/ 1772672 w 1772672"/>
              <a:gd name="csY1" fmla="*/ 18686 h 773152"/>
              <a:gd name="csX2" fmla="*/ 1044895 w 1772672"/>
              <a:gd name="csY2" fmla="*/ 591743 h 773152"/>
              <a:gd name="csX3" fmla="*/ 826143 w 1772672"/>
              <a:gd name="csY3" fmla="*/ 773152 h 773152"/>
              <a:gd name="csX4" fmla="*/ 0 w 1772672"/>
              <a:gd name="csY4" fmla="*/ 0 h 773152"/>
            </a:gdLst>
            <a:ahLst/>
            <a:cxnLst>
              <a:cxn ang="0">
                <a:pos x="csX0" y="csY0"/>
              </a:cxn>
              <a:cxn ang="0">
                <a:pos x="csX1" y="csY1"/>
              </a:cxn>
              <a:cxn ang="0">
                <a:pos x="csX2" y="csY2"/>
              </a:cxn>
              <a:cxn ang="0">
                <a:pos x="csX3" y="csY3"/>
              </a:cxn>
              <a:cxn ang="0">
                <a:pos x="csX4" y="csY4"/>
              </a:cxn>
            </a:cxnLst>
            <a:rect l="l" t="t" r="r" b="b"/>
            <a:pathLst>
              <a:path w="1772672" h="773152">
                <a:moveTo>
                  <a:pt x="0" y="0"/>
                </a:moveTo>
                <a:lnTo>
                  <a:pt x="1772672" y="18686"/>
                </a:lnTo>
                <a:lnTo>
                  <a:pt x="1044895" y="591743"/>
                </a:lnTo>
                <a:lnTo>
                  <a:pt x="826143" y="773152"/>
                </a:lnTo>
                <a:lnTo>
                  <a:pt x="0" y="0"/>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62" name="Agrupar 61">
            <a:extLst>
              <a:ext uri="{FF2B5EF4-FFF2-40B4-BE49-F238E27FC236}">
                <a16:creationId xmlns:a16="http://schemas.microsoft.com/office/drawing/2014/main" id="{EF2655D5-0EB3-46B7-C2D1-58B0B8F6C32E}"/>
              </a:ext>
            </a:extLst>
          </p:cNvPr>
          <p:cNvGrpSpPr/>
          <p:nvPr/>
        </p:nvGrpSpPr>
        <p:grpSpPr>
          <a:xfrm>
            <a:off x="797667" y="1001917"/>
            <a:ext cx="1112155" cy="1422173"/>
            <a:chOff x="9493538" y="4530363"/>
            <a:chExt cx="897429" cy="879837"/>
          </a:xfrm>
          <a:solidFill>
            <a:schemeClr val="accent3">
              <a:lumMod val="75000"/>
              <a:alpha val="7000"/>
            </a:schemeClr>
          </a:solidFill>
        </p:grpSpPr>
        <p:sp>
          <p:nvSpPr>
            <p:cNvPr id="63" name="Elipse 62">
              <a:extLst>
                <a:ext uri="{FF2B5EF4-FFF2-40B4-BE49-F238E27FC236}">
                  <a16:creationId xmlns:a16="http://schemas.microsoft.com/office/drawing/2014/main" id="{77236942-BCC8-F4F8-76A6-0605AA132E18}"/>
                </a:ext>
              </a:extLst>
            </p:cNvPr>
            <p:cNvSpPr/>
            <p:nvPr/>
          </p:nvSpPr>
          <p:spPr>
            <a:xfrm>
              <a:off x="949353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lipse 63">
              <a:extLst>
                <a:ext uri="{FF2B5EF4-FFF2-40B4-BE49-F238E27FC236}">
                  <a16:creationId xmlns:a16="http://schemas.microsoft.com/office/drawing/2014/main" id="{8E33CB9D-8B60-8D22-A328-B64095D0CA2C}"/>
                </a:ext>
              </a:extLst>
            </p:cNvPr>
            <p:cNvSpPr/>
            <p:nvPr/>
          </p:nvSpPr>
          <p:spPr>
            <a:xfrm>
              <a:off x="974499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5" name="Elipse 64">
              <a:extLst>
                <a:ext uri="{FF2B5EF4-FFF2-40B4-BE49-F238E27FC236}">
                  <a16:creationId xmlns:a16="http://schemas.microsoft.com/office/drawing/2014/main" id="{CC7849D9-6502-7522-22D5-364A4C4299B0}"/>
                </a:ext>
              </a:extLst>
            </p:cNvPr>
            <p:cNvSpPr/>
            <p:nvPr/>
          </p:nvSpPr>
          <p:spPr>
            <a:xfrm>
              <a:off x="999645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6" name="Elipse 65">
              <a:extLst>
                <a:ext uri="{FF2B5EF4-FFF2-40B4-BE49-F238E27FC236}">
                  <a16:creationId xmlns:a16="http://schemas.microsoft.com/office/drawing/2014/main" id="{A977A584-7BF2-850E-1894-E36552854734}"/>
                </a:ext>
              </a:extLst>
            </p:cNvPr>
            <p:cNvSpPr/>
            <p:nvPr/>
          </p:nvSpPr>
          <p:spPr>
            <a:xfrm>
              <a:off x="1024791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7" name="Elipse 66">
              <a:extLst>
                <a:ext uri="{FF2B5EF4-FFF2-40B4-BE49-F238E27FC236}">
                  <a16:creationId xmlns:a16="http://schemas.microsoft.com/office/drawing/2014/main" id="{2517D628-BF7B-50C0-D3F0-7C9989E32109}"/>
                </a:ext>
              </a:extLst>
            </p:cNvPr>
            <p:cNvSpPr/>
            <p:nvPr/>
          </p:nvSpPr>
          <p:spPr>
            <a:xfrm>
              <a:off x="949353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AF711A77-F580-D347-FFC8-212FC5F67E26}"/>
                </a:ext>
              </a:extLst>
            </p:cNvPr>
            <p:cNvSpPr/>
            <p:nvPr/>
          </p:nvSpPr>
          <p:spPr>
            <a:xfrm>
              <a:off x="974499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Elipse 68">
              <a:extLst>
                <a:ext uri="{FF2B5EF4-FFF2-40B4-BE49-F238E27FC236}">
                  <a16:creationId xmlns:a16="http://schemas.microsoft.com/office/drawing/2014/main" id="{EAC66A15-09E9-7770-D100-8B3B01A47199}"/>
                </a:ext>
              </a:extLst>
            </p:cNvPr>
            <p:cNvSpPr/>
            <p:nvPr/>
          </p:nvSpPr>
          <p:spPr>
            <a:xfrm>
              <a:off x="999645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0" name="Elipse 69">
              <a:extLst>
                <a:ext uri="{FF2B5EF4-FFF2-40B4-BE49-F238E27FC236}">
                  <a16:creationId xmlns:a16="http://schemas.microsoft.com/office/drawing/2014/main" id="{0F206218-70A6-9217-EE61-65FC4D324C00}"/>
                </a:ext>
              </a:extLst>
            </p:cNvPr>
            <p:cNvSpPr/>
            <p:nvPr/>
          </p:nvSpPr>
          <p:spPr>
            <a:xfrm>
              <a:off x="1024791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Elipse 70">
              <a:extLst>
                <a:ext uri="{FF2B5EF4-FFF2-40B4-BE49-F238E27FC236}">
                  <a16:creationId xmlns:a16="http://schemas.microsoft.com/office/drawing/2014/main" id="{AA9D8D27-A4A9-F9C3-929F-F4D6F6167169}"/>
                </a:ext>
              </a:extLst>
            </p:cNvPr>
            <p:cNvSpPr/>
            <p:nvPr/>
          </p:nvSpPr>
          <p:spPr>
            <a:xfrm>
              <a:off x="949353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2" name="Elipse 71">
              <a:extLst>
                <a:ext uri="{FF2B5EF4-FFF2-40B4-BE49-F238E27FC236}">
                  <a16:creationId xmlns:a16="http://schemas.microsoft.com/office/drawing/2014/main" id="{8DC7181B-3300-4A65-F6D5-35C75C7435E5}"/>
                </a:ext>
              </a:extLst>
            </p:cNvPr>
            <p:cNvSpPr/>
            <p:nvPr/>
          </p:nvSpPr>
          <p:spPr>
            <a:xfrm>
              <a:off x="974499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Elipse 72">
              <a:extLst>
                <a:ext uri="{FF2B5EF4-FFF2-40B4-BE49-F238E27FC236}">
                  <a16:creationId xmlns:a16="http://schemas.microsoft.com/office/drawing/2014/main" id="{891064A4-88CE-8DE0-34DC-6448FD3A35F6}"/>
                </a:ext>
              </a:extLst>
            </p:cNvPr>
            <p:cNvSpPr/>
            <p:nvPr/>
          </p:nvSpPr>
          <p:spPr>
            <a:xfrm>
              <a:off x="999645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Elipse 73">
              <a:extLst>
                <a:ext uri="{FF2B5EF4-FFF2-40B4-BE49-F238E27FC236}">
                  <a16:creationId xmlns:a16="http://schemas.microsoft.com/office/drawing/2014/main" id="{F684A4B7-06D4-0D7A-C0B6-E821997527E1}"/>
                </a:ext>
              </a:extLst>
            </p:cNvPr>
            <p:cNvSpPr/>
            <p:nvPr/>
          </p:nvSpPr>
          <p:spPr>
            <a:xfrm>
              <a:off x="1024791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5" name="Elipse 74">
              <a:extLst>
                <a:ext uri="{FF2B5EF4-FFF2-40B4-BE49-F238E27FC236}">
                  <a16:creationId xmlns:a16="http://schemas.microsoft.com/office/drawing/2014/main" id="{377AF562-00C5-5008-51D0-047BB1E7422F}"/>
                </a:ext>
              </a:extLst>
            </p:cNvPr>
            <p:cNvSpPr/>
            <p:nvPr/>
          </p:nvSpPr>
          <p:spPr>
            <a:xfrm>
              <a:off x="949353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6" name="Elipse 75">
              <a:extLst>
                <a:ext uri="{FF2B5EF4-FFF2-40B4-BE49-F238E27FC236}">
                  <a16:creationId xmlns:a16="http://schemas.microsoft.com/office/drawing/2014/main" id="{FE9BB65D-A9A6-E14C-EDCF-53BC4312F90E}"/>
                </a:ext>
              </a:extLst>
            </p:cNvPr>
            <p:cNvSpPr/>
            <p:nvPr/>
          </p:nvSpPr>
          <p:spPr>
            <a:xfrm>
              <a:off x="974499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7" name="Elipse 76">
              <a:extLst>
                <a:ext uri="{FF2B5EF4-FFF2-40B4-BE49-F238E27FC236}">
                  <a16:creationId xmlns:a16="http://schemas.microsoft.com/office/drawing/2014/main" id="{DA48E75C-EB3D-7AF7-F2F5-4F6137747A2B}"/>
                </a:ext>
              </a:extLst>
            </p:cNvPr>
            <p:cNvSpPr/>
            <p:nvPr/>
          </p:nvSpPr>
          <p:spPr>
            <a:xfrm>
              <a:off x="999645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Elipse 77">
              <a:extLst>
                <a:ext uri="{FF2B5EF4-FFF2-40B4-BE49-F238E27FC236}">
                  <a16:creationId xmlns:a16="http://schemas.microsoft.com/office/drawing/2014/main" id="{E55513A3-300F-9982-30B1-AB6D526E49F3}"/>
                </a:ext>
              </a:extLst>
            </p:cNvPr>
            <p:cNvSpPr/>
            <p:nvPr/>
          </p:nvSpPr>
          <p:spPr>
            <a:xfrm>
              <a:off x="1024791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957634828"/>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e Conteúdo">
    <p:bg>
      <p:bgPr>
        <a:solidFill>
          <a:srgbClr val="F5F1E6"/>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03EA6C-AE89-C2E3-5794-BF64D1E4546E}"/>
              </a:ext>
            </a:extLst>
          </p:cNvPr>
          <p:cNvSpPr>
            <a:spLocks noGrp="1"/>
          </p:cNvSpPr>
          <p:nvPr>
            <p:ph type="title"/>
          </p:nvPr>
        </p:nvSpPr>
        <p:spPr>
          <a:xfrm>
            <a:off x="416689" y="598577"/>
            <a:ext cx="11101234" cy="1325563"/>
          </a:xfrm>
        </p:spPr>
        <p:txBody>
          <a:bodyPr/>
          <a:lstStyle>
            <a:lvl1pPr>
              <a:defRPr>
                <a:solidFill>
                  <a:schemeClr val="tx1"/>
                </a:solidFill>
                <a:latin typeface="Tw Cen MT" panose="020B0602020104020603" pitchFamily="34" charset="0"/>
                <a:cs typeface="Segoe UI" panose="020B0502040204020203" pitchFamily="34" charset="0"/>
              </a:defRPr>
            </a:lvl1pPr>
          </a:lstStyle>
          <a:p>
            <a:r>
              <a:rPr lang="pt-BR"/>
              <a:t>Clique para editar o título Mestre</a:t>
            </a:r>
          </a:p>
        </p:txBody>
      </p:sp>
      <p:sp>
        <p:nvSpPr>
          <p:cNvPr id="3" name="Espaço Reservado para Conteúdo 2">
            <a:extLst>
              <a:ext uri="{FF2B5EF4-FFF2-40B4-BE49-F238E27FC236}">
                <a16:creationId xmlns:a16="http://schemas.microsoft.com/office/drawing/2014/main" id="{B7277456-46E2-B457-F700-3987773615E0}"/>
              </a:ext>
            </a:extLst>
          </p:cNvPr>
          <p:cNvSpPr>
            <a:spLocks noGrp="1"/>
          </p:cNvSpPr>
          <p:nvPr>
            <p:ph idx="1"/>
          </p:nvPr>
        </p:nvSpPr>
        <p:spPr>
          <a:xfrm>
            <a:off x="416689" y="2046287"/>
            <a:ext cx="11101234" cy="435133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Triângulo Retângulo 5">
            <a:extLst>
              <a:ext uri="{FF2B5EF4-FFF2-40B4-BE49-F238E27FC236}">
                <a16:creationId xmlns:a16="http://schemas.microsoft.com/office/drawing/2014/main" id="{6F8A03C5-4F68-D757-52C5-4784A462DDD7}"/>
              </a:ext>
            </a:extLst>
          </p:cNvPr>
          <p:cNvSpPr/>
          <p:nvPr/>
        </p:nvSpPr>
        <p:spPr>
          <a:xfrm rot="10800000">
            <a:off x="9337040" y="44231"/>
            <a:ext cx="2852074" cy="2333209"/>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9">
            <a:extLst>
              <a:ext uri="{FF2B5EF4-FFF2-40B4-BE49-F238E27FC236}">
                <a16:creationId xmlns:a16="http://schemas.microsoft.com/office/drawing/2014/main" id="{68AE5FFF-C379-A5FE-C2AE-C94C5D784583}"/>
              </a:ext>
            </a:extLst>
          </p:cNvPr>
          <p:cNvSpPr/>
          <p:nvPr/>
        </p:nvSpPr>
        <p:spPr>
          <a:xfrm rot="2521543">
            <a:off x="-1070028" y="5425309"/>
            <a:ext cx="3472648" cy="1768659"/>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36973 w 3195629"/>
              <a:gd name="csY1" fmla="*/ 1478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42367 w 3195629"/>
              <a:gd name="csY1" fmla="*/ 2371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63951 w 3195629"/>
              <a:gd name="csY1" fmla="*/ 20741 h 742186"/>
              <a:gd name="csX2" fmla="*/ 3195629 w 3195629"/>
              <a:gd name="csY2" fmla="*/ 732661 h 742186"/>
              <a:gd name="csX3" fmla="*/ 752475 w 3195629"/>
              <a:gd name="csY3" fmla="*/ 742186 h 742186"/>
              <a:gd name="csX4" fmla="*/ 0 w 3195629"/>
              <a:gd name="csY4" fmla="*/ 0 h 742186"/>
              <a:gd name="csX0" fmla="*/ 0 w 3420683"/>
              <a:gd name="csY0" fmla="*/ 57078 h 721445"/>
              <a:gd name="csX1" fmla="*/ 2989005 w 3420683"/>
              <a:gd name="csY1" fmla="*/ 0 h 721445"/>
              <a:gd name="csX2" fmla="*/ 3420683 w 3420683"/>
              <a:gd name="csY2" fmla="*/ 711920 h 721445"/>
              <a:gd name="csX3" fmla="*/ 977529 w 3420683"/>
              <a:gd name="csY3" fmla="*/ 721445 h 721445"/>
              <a:gd name="csX4" fmla="*/ 0 w 3420683"/>
              <a:gd name="csY4" fmla="*/ 57078 h 721445"/>
              <a:gd name="csX0" fmla="*/ 0 w 3605387"/>
              <a:gd name="csY0" fmla="*/ 57078 h 721445"/>
              <a:gd name="csX1" fmla="*/ 2989005 w 3605387"/>
              <a:gd name="csY1" fmla="*/ 0 h 721445"/>
              <a:gd name="csX2" fmla="*/ 3605387 w 3605387"/>
              <a:gd name="csY2" fmla="*/ 579331 h 721445"/>
              <a:gd name="csX3" fmla="*/ 977529 w 3605387"/>
              <a:gd name="csY3" fmla="*/ 721445 h 721445"/>
              <a:gd name="csX4" fmla="*/ 0 w 3605387"/>
              <a:gd name="csY4" fmla="*/ 57078 h 721445"/>
              <a:gd name="csX0" fmla="*/ 0 w 3655973"/>
              <a:gd name="csY0" fmla="*/ 57078 h 721445"/>
              <a:gd name="csX1" fmla="*/ 2989005 w 3655973"/>
              <a:gd name="csY1" fmla="*/ 0 h 721445"/>
              <a:gd name="csX2" fmla="*/ 3655973 w 3655973"/>
              <a:gd name="csY2" fmla="*/ 601384 h 721445"/>
              <a:gd name="csX3" fmla="*/ 977529 w 3655973"/>
              <a:gd name="csY3" fmla="*/ 721445 h 721445"/>
              <a:gd name="csX4" fmla="*/ 0 w 3655973"/>
              <a:gd name="csY4" fmla="*/ 57078 h 721445"/>
              <a:gd name="csX0" fmla="*/ 0 w 3695447"/>
              <a:gd name="csY0" fmla="*/ 76567 h 721445"/>
              <a:gd name="csX1" fmla="*/ 3028479 w 3695447"/>
              <a:gd name="csY1" fmla="*/ 0 h 721445"/>
              <a:gd name="csX2" fmla="*/ 3695447 w 3695447"/>
              <a:gd name="csY2" fmla="*/ 601384 h 721445"/>
              <a:gd name="csX3" fmla="*/ 1017003 w 3695447"/>
              <a:gd name="csY3" fmla="*/ 721445 h 721445"/>
              <a:gd name="csX4" fmla="*/ 0 w 3695447"/>
              <a:gd name="csY4" fmla="*/ 76567 h 721445"/>
              <a:gd name="csX0" fmla="*/ 0 w 3028479"/>
              <a:gd name="csY0" fmla="*/ 76567 h 1383400"/>
              <a:gd name="csX1" fmla="*/ 3028479 w 3028479"/>
              <a:gd name="csY1" fmla="*/ 0 h 1383400"/>
              <a:gd name="csX2" fmla="*/ 2567946 w 3028479"/>
              <a:gd name="csY2" fmla="*/ 1383400 h 1383400"/>
              <a:gd name="csX3" fmla="*/ 1017003 w 3028479"/>
              <a:gd name="csY3" fmla="*/ 721445 h 1383400"/>
              <a:gd name="csX4" fmla="*/ 0 w 3028479"/>
              <a:gd name="csY4" fmla="*/ 76567 h 1383400"/>
              <a:gd name="csX0" fmla="*/ 0 w 3516706"/>
              <a:gd name="csY0" fmla="*/ 0 h 1306833"/>
              <a:gd name="csX1" fmla="*/ 3516706 w 3516706"/>
              <a:gd name="csY1" fmla="*/ 327695 h 1306833"/>
              <a:gd name="csX2" fmla="*/ 2567946 w 3516706"/>
              <a:gd name="csY2" fmla="*/ 1306833 h 1306833"/>
              <a:gd name="csX3" fmla="*/ 1017003 w 3516706"/>
              <a:gd name="csY3" fmla="*/ 644878 h 1306833"/>
              <a:gd name="csX4" fmla="*/ 0 w 3516706"/>
              <a:gd name="csY4" fmla="*/ 0 h 1306833"/>
              <a:gd name="csX0" fmla="*/ 0 w 2851713"/>
              <a:gd name="csY0" fmla="*/ 0 h 1077546"/>
              <a:gd name="csX1" fmla="*/ 2851713 w 2851713"/>
              <a:gd name="csY1" fmla="*/ 98408 h 1077546"/>
              <a:gd name="csX2" fmla="*/ 1902953 w 2851713"/>
              <a:gd name="csY2" fmla="*/ 1077546 h 1077546"/>
              <a:gd name="csX3" fmla="*/ 352010 w 2851713"/>
              <a:gd name="csY3" fmla="*/ 415591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652072 w 2851713"/>
              <a:gd name="csY3" fmla="*/ 849858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778863 w 2851713"/>
              <a:gd name="csY3" fmla="*/ 985216 h 1077546"/>
              <a:gd name="csX4" fmla="*/ 0 w 2851713"/>
              <a:gd name="csY4" fmla="*/ 0 h 1077546"/>
              <a:gd name="csX0" fmla="*/ 0 w 2651141"/>
              <a:gd name="csY0" fmla="*/ 187821 h 1265367"/>
              <a:gd name="csX1" fmla="*/ 2651141 w 2651141"/>
              <a:gd name="csY1" fmla="*/ 0 h 1265367"/>
              <a:gd name="csX2" fmla="*/ 1902953 w 2651141"/>
              <a:gd name="csY2" fmla="*/ 1265367 h 1265367"/>
              <a:gd name="csX3" fmla="*/ 778863 w 2651141"/>
              <a:gd name="csY3" fmla="*/ 1173037 h 1265367"/>
              <a:gd name="csX4" fmla="*/ 0 w 2651141"/>
              <a:gd name="csY4" fmla="*/ 187821 h 1265367"/>
              <a:gd name="csX0" fmla="*/ 0 w 2651141"/>
              <a:gd name="csY0" fmla="*/ 187821 h 1206406"/>
              <a:gd name="csX1" fmla="*/ 2651141 w 2651141"/>
              <a:gd name="csY1" fmla="*/ 0 h 1206406"/>
              <a:gd name="csX2" fmla="*/ 1871704 w 2651141"/>
              <a:gd name="csY2" fmla="*/ 1206406 h 1206406"/>
              <a:gd name="csX3" fmla="*/ 778863 w 2651141"/>
              <a:gd name="csY3" fmla="*/ 1173037 h 1206406"/>
              <a:gd name="csX4" fmla="*/ 0 w 2651141"/>
              <a:gd name="csY4" fmla="*/ 187821 h 1206406"/>
              <a:gd name="csX0" fmla="*/ 0 w 2406428"/>
              <a:gd name="csY0" fmla="*/ 0 h 1215518"/>
              <a:gd name="csX1" fmla="*/ 2406428 w 2406428"/>
              <a:gd name="csY1" fmla="*/ 9112 h 1215518"/>
              <a:gd name="csX2" fmla="*/ 1626991 w 2406428"/>
              <a:gd name="csY2" fmla="*/ 1215518 h 1215518"/>
              <a:gd name="csX3" fmla="*/ 534150 w 2406428"/>
              <a:gd name="csY3" fmla="*/ 1182149 h 1215518"/>
              <a:gd name="csX4" fmla="*/ 0 w 2406428"/>
              <a:gd name="csY4" fmla="*/ 0 h 1215518"/>
              <a:gd name="csX0" fmla="*/ 0 w 2406428"/>
              <a:gd name="csY0" fmla="*/ 0 h 1215518"/>
              <a:gd name="csX1" fmla="*/ 2406428 w 2406428"/>
              <a:gd name="csY1" fmla="*/ 9112 h 1215518"/>
              <a:gd name="csX2" fmla="*/ 1626991 w 2406428"/>
              <a:gd name="csY2" fmla="*/ 1215518 h 1215518"/>
              <a:gd name="csX3" fmla="*/ 611250 w 2406428"/>
              <a:gd name="csY3" fmla="*/ 1182716 h 1215518"/>
              <a:gd name="csX4" fmla="*/ 0 w 2406428"/>
              <a:gd name="csY4" fmla="*/ 0 h 1215518"/>
              <a:gd name="csX0" fmla="*/ 0 w 2406428"/>
              <a:gd name="csY0" fmla="*/ 0 h 1182716"/>
              <a:gd name="csX1" fmla="*/ 2406428 w 2406428"/>
              <a:gd name="csY1" fmla="*/ 9112 h 1182716"/>
              <a:gd name="csX2" fmla="*/ 1155618 w 2406428"/>
              <a:gd name="csY2" fmla="*/ 958441 h 1182716"/>
              <a:gd name="csX3" fmla="*/ 611250 w 2406428"/>
              <a:gd name="csY3" fmla="*/ 1182716 h 1182716"/>
              <a:gd name="csX4" fmla="*/ 0 w 2406428"/>
              <a:gd name="csY4" fmla="*/ 0 h 1182716"/>
              <a:gd name="csX0" fmla="*/ 0 w 1772672"/>
              <a:gd name="csY0" fmla="*/ 0 h 1182716"/>
              <a:gd name="csX1" fmla="*/ 1772672 w 1772672"/>
              <a:gd name="csY1" fmla="*/ 18686 h 1182716"/>
              <a:gd name="csX2" fmla="*/ 1155618 w 1772672"/>
              <a:gd name="csY2" fmla="*/ 958441 h 1182716"/>
              <a:gd name="csX3" fmla="*/ 611250 w 1772672"/>
              <a:gd name="csY3" fmla="*/ 1182716 h 1182716"/>
              <a:gd name="csX4" fmla="*/ 0 w 1772672"/>
              <a:gd name="csY4" fmla="*/ 0 h 1182716"/>
              <a:gd name="csX0" fmla="*/ 0 w 1772672"/>
              <a:gd name="csY0" fmla="*/ 0 h 958441"/>
              <a:gd name="csX1" fmla="*/ 1772672 w 1772672"/>
              <a:gd name="csY1" fmla="*/ 18686 h 958441"/>
              <a:gd name="csX2" fmla="*/ 1155618 w 1772672"/>
              <a:gd name="csY2" fmla="*/ 958441 h 958441"/>
              <a:gd name="csX3" fmla="*/ 476410 w 1772672"/>
              <a:gd name="csY3" fmla="*/ 908539 h 958441"/>
              <a:gd name="csX4" fmla="*/ 0 w 1772672"/>
              <a:gd name="csY4" fmla="*/ 0 h 958441"/>
              <a:gd name="csX0" fmla="*/ 0 w 1772672"/>
              <a:gd name="csY0" fmla="*/ 0 h 932844"/>
              <a:gd name="csX1" fmla="*/ 1772672 w 1772672"/>
              <a:gd name="csY1" fmla="*/ 18686 h 932844"/>
              <a:gd name="csX2" fmla="*/ 1183942 w 1772672"/>
              <a:gd name="csY2" fmla="*/ 932844 h 932844"/>
              <a:gd name="csX3" fmla="*/ 476410 w 1772672"/>
              <a:gd name="csY3" fmla="*/ 908539 h 932844"/>
              <a:gd name="csX4" fmla="*/ 0 w 1772672"/>
              <a:gd name="csY4" fmla="*/ 0 h 932844"/>
              <a:gd name="csX0" fmla="*/ 0 w 1772672"/>
              <a:gd name="csY0" fmla="*/ 0 h 932844"/>
              <a:gd name="csX1" fmla="*/ 1772672 w 1772672"/>
              <a:gd name="csY1" fmla="*/ 18686 h 932844"/>
              <a:gd name="csX2" fmla="*/ 1183942 w 1772672"/>
              <a:gd name="csY2" fmla="*/ 932844 h 932844"/>
              <a:gd name="csX3" fmla="*/ 826143 w 1772672"/>
              <a:gd name="csY3" fmla="*/ 773152 h 932844"/>
              <a:gd name="csX4" fmla="*/ 0 w 1772672"/>
              <a:gd name="csY4" fmla="*/ 0 h 932844"/>
              <a:gd name="csX0" fmla="*/ 0 w 1772672"/>
              <a:gd name="csY0" fmla="*/ 0 h 773152"/>
              <a:gd name="csX1" fmla="*/ 1772672 w 1772672"/>
              <a:gd name="csY1" fmla="*/ 18686 h 773152"/>
              <a:gd name="csX2" fmla="*/ 1044895 w 1772672"/>
              <a:gd name="csY2" fmla="*/ 591743 h 773152"/>
              <a:gd name="csX3" fmla="*/ 826143 w 1772672"/>
              <a:gd name="csY3" fmla="*/ 773152 h 773152"/>
              <a:gd name="csX4" fmla="*/ 0 w 1772672"/>
              <a:gd name="csY4" fmla="*/ 0 h 773152"/>
            </a:gdLst>
            <a:ahLst/>
            <a:cxnLst>
              <a:cxn ang="0">
                <a:pos x="csX0" y="csY0"/>
              </a:cxn>
              <a:cxn ang="0">
                <a:pos x="csX1" y="csY1"/>
              </a:cxn>
              <a:cxn ang="0">
                <a:pos x="csX2" y="csY2"/>
              </a:cxn>
              <a:cxn ang="0">
                <a:pos x="csX3" y="csY3"/>
              </a:cxn>
              <a:cxn ang="0">
                <a:pos x="csX4" y="csY4"/>
              </a:cxn>
            </a:cxnLst>
            <a:rect l="l" t="t" r="r" b="b"/>
            <a:pathLst>
              <a:path w="1772672" h="773152">
                <a:moveTo>
                  <a:pt x="0" y="0"/>
                </a:moveTo>
                <a:lnTo>
                  <a:pt x="1772672" y="18686"/>
                </a:lnTo>
                <a:lnTo>
                  <a:pt x="1044895" y="591743"/>
                </a:lnTo>
                <a:lnTo>
                  <a:pt x="826143" y="773152"/>
                </a:lnTo>
                <a:lnTo>
                  <a:pt x="0" y="0"/>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7">
            <a:extLst>
              <a:ext uri="{FF2B5EF4-FFF2-40B4-BE49-F238E27FC236}">
                <a16:creationId xmlns:a16="http://schemas.microsoft.com/office/drawing/2014/main" id="{75DD5DA8-327D-9F60-66C3-B2BC64A5785E}"/>
              </a:ext>
            </a:extLst>
          </p:cNvPr>
          <p:cNvSpPr/>
          <p:nvPr/>
        </p:nvSpPr>
        <p:spPr>
          <a:xfrm rot="5400000">
            <a:off x="4138926" y="2414269"/>
            <a:ext cx="297181" cy="8575043"/>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Lst>
            <a:ahLst/>
            <a:cxnLst>
              <a:cxn ang="0">
                <a:pos x="csX0" y="csY0"/>
              </a:cxn>
              <a:cxn ang="0">
                <a:pos x="csX1" y="csY1"/>
              </a:cxn>
              <a:cxn ang="0">
                <a:pos x="csX2" y="csY2"/>
              </a:cxn>
              <a:cxn ang="0">
                <a:pos x="csX3" y="csY3"/>
              </a:cxn>
              <a:cxn ang="0">
                <a:pos x="csX4" y="csY4"/>
              </a:cxn>
            </a:cxnLst>
            <a:rect l="l" t="t" r="r" b="b"/>
            <a:pathLst>
              <a:path w="192855" h="3433450">
                <a:moveTo>
                  <a:pt x="3989" y="91538"/>
                </a:moveTo>
                <a:lnTo>
                  <a:pt x="188876" y="0"/>
                </a:lnTo>
                <a:cubicBezTo>
                  <a:pt x="190202" y="1144483"/>
                  <a:pt x="191529" y="2288967"/>
                  <a:pt x="192855" y="3433450"/>
                </a:cubicBezTo>
                <a:lnTo>
                  <a:pt x="169" y="3433450"/>
                </a:lnTo>
                <a:cubicBezTo>
                  <a:pt x="-1100" y="2384347"/>
                  <a:pt x="5258" y="1140641"/>
                  <a:pt x="3989" y="91538"/>
                </a:cubicBezTo>
                <a:close/>
              </a:path>
            </a:pathLst>
          </a:custGeom>
          <a:solidFill>
            <a:srgbClr val="152D6B"/>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7">
            <a:extLst>
              <a:ext uri="{FF2B5EF4-FFF2-40B4-BE49-F238E27FC236}">
                <a16:creationId xmlns:a16="http://schemas.microsoft.com/office/drawing/2014/main" id="{06D20237-C11E-38BC-D0D0-E35C2CCFFA2A}"/>
              </a:ext>
            </a:extLst>
          </p:cNvPr>
          <p:cNvSpPr/>
          <p:nvPr/>
        </p:nvSpPr>
        <p:spPr>
          <a:xfrm rot="5400000">
            <a:off x="8770866" y="5985462"/>
            <a:ext cx="207027" cy="1524413"/>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204294"/>
              <a:gd name="csY0" fmla="*/ 560810 h 3902722"/>
              <a:gd name="csX1" fmla="*/ 204293 w 204294"/>
              <a:gd name="csY1" fmla="*/ -2 h 3902722"/>
              <a:gd name="csX2" fmla="*/ 192855 w 204294"/>
              <a:gd name="csY2" fmla="*/ 3902722 h 3902722"/>
              <a:gd name="csX3" fmla="*/ 169 w 204294"/>
              <a:gd name="csY3" fmla="*/ 3902722 h 3902722"/>
              <a:gd name="csX4" fmla="*/ 3989 w 204294"/>
              <a:gd name="csY4" fmla="*/ 560810 h 3902722"/>
              <a:gd name="csX0" fmla="*/ 10297 w 204213"/>
              <a:gd name="csY0" fmla="*/ 373534 h 3902725"/>
              <a:gd name="csX1" fmla="*/ 204213 w 204213"/>
              <a:gd name="csY1" fmla="*/ 1 h 3902725"/>
              <a:gd name="csX2" fmla="*/ 192775 w 204213"/>
              <a:gd name="csY2" fmla="*/ 3902725 h 3902725"/>
              <a:gd name="csX3" fmla="*/ 89 w 204213"/>
              <a:gd name="csY3" fmla="*/ 3902725 h 3902725"/>
              <a:gd name="csX4" fmla="*/ 10297 w 204213"/>
              <a:gd name="csY4" fmla="*/ 373534 h 3902725"/>
            </a:gdLst>
            <a:ahLst/>
            <a:cxnLst>
              <a:cxn ang="0">
                <a:pos x="csX0" y="csY0"/>
              </a:cxn>
              <a:cxn ang="0">
                <a:pos x="csX1" y="csY1"/>
              </a:cxn>
              <a:cxn ang="0">
                <a:pos x="csX2" y="csY2"/>
              </a:cxn>
              <a:cxn ang="0">
                <a:pos x="csX3" y="csY3"/>
              </a:cxn>
              <a:cxn ang="0">
                <a:pos x="csX4" y="csY4"/>
              </a:cxn>
            </a:cxnLst>
            <a:rect l="l" t="t" r="r" b="b"/>
            <a:pathLst>
              <a:path w="204213" h="3902725">
                <a:moveTo>
                  <a:pt x="10297" y="373534"/>
                </a:moveTo>
                <a:lnTo>
                  <a:pt x="204213" y="1"/>
                </a:lnTo>
                <a:cubicBezTo>
                  <a:pt x="200400" y="1300909"/>
                  <a:pt x="196588" y="2601817"/>
                  <a:pt x="192775" y="3902725"/>
                </a:cubicBezTo>
                <a:lnTo>
                  <a:pt x="89" y="3902725"/>
                </a:lnTo>
                <a:cubicBezTo>
                  <a:pt x="-1180" y="2853622"/>
                  <a:pt x="11566" y="1422637"/>
                  <a:pt x="10297" y="373534"/>
                </a:cubicBezTo>
                <a:close/>
              </a:path>
            </a:pathLst>
          </a:custGeom>
          <a:solidFill>
            <a:srgbClr val="152D6B"/>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1" name="Conector reto 40">
            <a:extLst>
              <a:ext uri="{FF2B5EF4-FFF2-40B4-BE49-F238E27FC236}">
                <a16:creationId xmlns:a16="http://schemas.microsoft.com/office/drawing/2014/main" id="{A7F6690C-AA01-DD38-6C66-655F35EAA631}"/>
              </a:ext>
            </a:extLst>
          </p:cNvPr>
          <p:cNvCxnSpPr/>
          <p:nvPr/>
        </p:nvCxnSpPr>
        <p:spPr>
          <a:xfrm>
            <a:off x="5897293" y="6644155"/>
            <a:ext cx="221488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42" name="Conector reto 41">
            <a:extLst>
              <a:ext uri="{FF2B5EF4-FFF2-40B4-BE49-F238E27FC236}">
                <a16:creationId xmlns:a16="http://schemas.microsoft.com/office/drawing/2014/main" id="{9661F3B5-0B5F-63C4-ABFA-C7B8C8AE160C}"/>
              </a:ext>
            </a:extLst>
          </p:cNvPr>
          <p:cNvCxnSpPr>
            <a:cxnSpLocks/>
            <a:stCxn id="14" idx="3"/>
          </p:cNvCxnSpPr>
          <p:nvPr/>
        </p:nvCxnSpPr>
        <p:spPr>
          <a:xfrm>
            <a:off x="8112173" y="6644245"/>
            <a:ext cx="95934" cy="10136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43" name="Conector reto 42">
            <a:extLst>
              <a:ext uri="{FF2B5EF4-FFF2-40B4-BE49-F238E27FC236}">
                <a16:creationId xmlns:a16="http://schemas.microsoft.com/office/drawing/2014/main" id="{74548328-54F6-DE51-BD2C-3E4F5EB6B5A0}"/>
              </a:ext>
            </a:extLst>
          </p:cNvPr>
          <p:cNvCxnSpPr>
            <a:cxnSpLocks/>
          </p:cNvCxnSpPr>
          <p:nvPr/>
        </p:nvCxnSpPr>
        <p:spPr>
          <a:xfrm>
            <a:off x="8204297" y="6745431"/>
            <a:ext cx="990503"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
        <p:nvSpPr>
          <p:cNvPr id="44" name="Elipse 43">
            <a:extLst>
              <a:ext uri="{FF2B5EF4-FFF2-40B4-BE49-F238E27FC236}">
                <a16:creationId xmlns:a16="http://schemas.microsoft.com/office/drawing/2014/main" id="{4E3B12B5-AE2E-E10D-B224-4CE1F6E66A65}"/>
              </a:ext>
            </a:extLst>
          </p:cNvPr>
          <p:cNvSpPr/>
          <p:nvPr/>
        </p:nvSpPr>
        <p:spPr>
          <a:xfrm>
            <a:off x="5876973" y="6623165"/>
            <a:ext cx="45719" cy="45719"/>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5" name="Conector reto 44">
            <a:extLst>
              <a:ext uri="{FF2B5EF4-FFF2-40B4-BE49-F238E27FC236}">
                <a16:creationId xmlns:a16="http://schemas.microsoft.com/office/drawing/2014/main" id="{DBE98FB5-5137-8DF6-8E5F-5C1BBBD7F6A0}"/>
              </a:ext>
            </a:extLst>
          </p:cNvPr>
          <p:cNvCxnSpPr>
            <a:cxnSpLocks/>
          </p:cNvCxnSpPr>
          <p:nvPr/>
        </p:nvCxnSpPr>
        <p:spPr>
          <a:xfrm>
            <a:off x="8592233" y="6562871"/>
            <a:ext cx="1061547"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46" name="Elipse 45">
            <a:extLst>
              <a:ext uri="{FF2B5EF4-FFF2-40B4-BE49-F238E27FC236}">
                <a16:creationId xmlns:a16="http://schemas.microsoft.com/office/drawing/2014/main" id="{479BD8B4-1144-A1B5-67BF-41F4F04AFFBA}"/>
              </a:ext>
            </a:extLst>
          </p:cNvPr>
          <p:cNvSpPr/>
          <p:nvPr/>
        </p:nvSpPr>
        <p:spPr>
          <a:xfrm>
            <a:off x="9608061" y="6541535"/>
            <a:ext cx="45719" cy="4571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Retângulo 7">
            <a:extLst>
              <a:ext uri="{FF2B5EF4-FFF2-40B4-BE49-F238E27FC236}">
                <a16:creationId xmlns:a16="http://schemas.microsoft.com/office/drawing/2014/main" id="{32222F16-D4AE-3987-F886-78E39A67A90B}"/>
              </a:ext>
            </a:extLst>
          </p:cNvPr>
          <p:cNvSpPr/>
          <p:nvPr/>
        </p:nvSpPr>
        <p:spPr>
          <a:xfrm rot="5400000" flipH="1">
            <a:off x="1437476" y="-1406031"/>
            <a:ext cx="291093" cy="3166059"/>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 name="csX0" fmla="*/ 3989 w 192855"/>
              <a:gd name="csY0" fmla="*/ 291972 h 3433450"/>
              <a:gd name="csX1" fmla="*/ 188876 w 192855"/>
              <a:gd name="csY1" fmla="*/ 0 h 3433450"/>
              <a:gd name="csX2" fmla="*/ 192855 w 192855"/>
              <a:gd name="csY2" fmla="*/ 3433450 h 3433450"/>
              <a:gd name="csX3" fmla="*/ 169 w 192855"/>
              <a:gd name="csY3" fmla="*/ 3433450 h 3433450"/>
              <a:gd name="csX4" fmla="*/ 3989 w 192855"/>
              <a:gd name="csY4" fmla="*/ 291972 h 3433450"/>
            </a:gdLst>
            <a:ahLst/>
            <a:cxnLst>
              <a:cxn ang="0">
                <a:pos x="csX0" y="csY0"/>
              </a:cxn>
              <a:cxn ang="0">
                <a:pos x="csX1" y="csY1"/>
              </a:cxn>
              <a:cxn ang="0">
                <a:pos x="csX2" y="csY2"/>
              </a:cxn>
              <a:cxn ang="0">
                <a:pos x="csX3" y="csY3"/>
              </a:cxn>
              <a:cxn ang="0">
                <a:pos x="csX4" y="csY4"/>
              </a:cxn>
            </a:cxnLst>
            <a:rect l="l" t="t" r="r" b="b"/>
            <a:pathLst>
              <a:path w="192855" h="3433450">
                <a:moveTo>
                  <a:pt x="3989" y="291972"/>
                </a:moveTo>
                <a:lnTo>
                  <a:pt x="188876" y="0"/>
                </a:lnTo>
                <a:cubicBezTo>
                  <a:pt x="190202" y="1144483"/>
                  <a:pt x="191529" y="2288967"/>
                  <a:pt x="192855" y="3433450"/>
                </a:cubicBezTo>
                <a:lnTo>
                  <a:pt x="169" y="3433450"/>
                </a:lnTo>
                <a:cubicBezTo>
                  <a:pt x="-1100" y="2384347"/>
                  <a:pt x="5258" y="1341075"/>
                  <a:pt x="3989" y="291972"/>
                </a:cubicBezTo>
                <a:close/>
              </a:path>
            </a:pathLst>
          </a:custGeom>
          <a:solidFill>
            <a:schemeClr val="tx1"/>
          </a:solidFill>
          <a:ln>
            <a:solidFill>
              <a:schemeClr val="tx1">
                <a:alpha val="99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Triângulo Retângulo 68">
            <a:extLst>
              <a:ext uri="{FF2B5EF4-FFF2-40B4-BE49-F238E27FC236}">
                <a16:creationId xmlns:a16="http://schemas.microsoft.com/office/drawing/2014/main" id="{F6E5F98B-7F4E-2FCD-E80D-6A225745F52D}"/>
              </a:ext>
            </a:extLst>
          </p:cNvPr>
          <p:cNvSpPr/>
          <p:nvPr/>
        </p:nvSpPr>
        <p:spPr>
          <a:xfrm rot="5400000">
            <a:off x="77614" y="-46160"/>
            <a:ext cx="642440" cy="797669"/>
          </a:xfrm>
          <a:prstGeom prst="rtTriangle">
            <a:avLst/>
          </a:prstGeom>
          <a:solidFill>
            <a:schemeClr val="tx1"/>
          </a:solidFill>
          <a:ln>
            <a:solidFill>
              <a:schemeClr val="tx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0" name="Conector reto 69">
            <a:extLst>
              <a:ext uri="{FF2B5EF4-FFF2-40B4-BE49-F238E27FC236}">
                <a16:creationId xmlns:a16="http://schemas.microsoft.com/office/drawing/2014/main" id="{47423137-90C8-0BEA-CC1E-FC9307213CE4}"/>
              </a:ext>
            </a:extLst>
          </p:cNvPr>
          <p:cNvCxnSpPr>
            <a:cxnSpLocks/>
          </p:cNvCxnSpPr>
          <p:nvPr/>
        </p:nvCxnSpPr>
        <p:spPr>
          <a:xfrm flipV="1">
            <a:off x="209900" y="425681"/>
            <a:ext cx="301952" cy="243950"/>
          </a:xfrm>
          <a:prstGeom prst="line">
            <a:avLst/>
          </a:prstGeom>
          <a:ln w="9525">
            <a:solidFill>
              <a:schemeClr val="tx1">
                <a:alpha val="99000"/>
              </a:schemeClr>
            </a:solidFill>
          </a:ln>
        </p:spPr>
        <p:style>
          <a:lnRef idx="2">
            <a:schemeClr val="accent1"/>
          </a:lnRef>
          <a:fillRef idx="0">
            <a:schemeClr val="accent1"/>
          </a:fillRef>
          <a:effectRef idx="1">
            <a:schemeClr val="accent1"/>
          </a:effectRef>
          <a:fontRef idx="minor">
            <a:schemeClr val="tx1"/>
          </a:fontRef>
        </p:style>
      </p:cxnSp>
      <p:cxnSp>
        <p:nvCxnSpPr>
          <p:cNvPr id="71" name="Conector reto 70">
            <a:extLst>
              <a:ext uri="{FF2B5EF4-FFF2-40B4-BE49-F238E27FC236}">
                <a16:creationId xmlns:a16="http://schemas.microsoft.com/office/drawing/2014/main" id="{8DEA4DB4-7B2C-07DE-25CD-227492246DA0}"/>
              </a:ext>
            </a:extLst>
          </p:cNvPr>
          <p:cNvCxnSpPr>
            <a:cxnSpLocks/>
          </p:cNvCxnSpPr>
          <p:nvPr/>
        </p:nvCxnSpPr>
        <p:spPr>
          <a:xfrm>
            <a:off x="511852" y="428254"/>
            <a:ext cx="2442118" cy="0"/>
          </a:xfrm>
          <a:prstGeom prst="line">
            <a:avLst/>
          </a:prstGeom>
          <a:ln w="9525">
            <a:solidFill>
              <a:schemeClr val="tx1">
                <a:alpha val="99000"/>
              </a:schemeClr>
            </a:solidFill>
          </a:ln>
        </p:spPr>
        <p:style>
          <a:lnRef idx="2">
            <a:schemeClr val="dk1"/>
          </a:lnRef>
          <a:fillRef idx="0">
            <a:schemeClr val="dk1"/>
          </a:fillRef>
          <a:effectRef idx="1">
            <a:schemeClr val="dk1"/>
          </a:effectRef>
          <a:fontRef idx="minor">
            <a:schemeClr val="tx1"/>
          </a:fontRef>
        </p:style>
      </p:cxnSp>
      <p:cxnSp>
        <p:nvCxnSpPr>
          <p:cNvPr id="72" name="Conector reto 71">
            <a:extLst>
              <a:ext uri="{FF2B5EF4-FFF2-40B4-BE49-F238E27FC236}">
                <a16:creationId xmlns:a16="http://schemas.microsoft.com/office/drawing/2014/main" id="{2C78B641-E6E6-6137-DA4C-8094433870BD}"/>
              </a:ext>
            </a:extLst>
          </p:cNvPr>
          <p:cNvCxnSpPr>
            <a:cxnSpLocks/>
          </p:cNvCxnSpPr>
          <p:nvPr/>
        </p:nvCxnSpPr>
        <p:spPr>
          <a:xfrm>
            <a:off x="3203450" y="137160"/>
            <a:ext cx="792889" cy="0"/>
          </a:xfrm>
          <a:prstGeom prst="line">
            <a:avLst/>
          </a:prstGeom>
          <a:ln w="9525">
            <a:solidFill>
              <a:schemeClr val="tx1">
                <a:alpha val="99000"/>
              </a:schemeClr>
            </a:solidFill>
          </a:ln>
        </p:spPr>
        <p:style>
          <a:lnRef idx="2">
            <a:schemeClr val="dk1"/>
          </a:lnRef>
          <a:fillRef idx="0">
            <a:schemeClr val="dk1"/>
          </a:fillRef>
          <a:effectRef idx="1">
            <a:schemeClr val="dk1"/>
          </a:effectRef>
          <a:fontRef idx="minor">
            <a:schemeClr val="tx1"/>
          </a:fontRef>
        </p:style>
      </p:cxnSp>
      <p:sp>
        <p:nvSpPr>
          <p:cNvPr id="73" name="Elipse 72">
            <a:extLst>
              <a:ext uri="{FF2B5EF4-FFF2-40B4-BE49-F238E27FC236}">
                <a16:creationId xmlns:a16="http://schemas.microsoft.com/office/drawing/2014/main" id="{EB6F8B95-7669-637E-3469-EDFA56F30C20}"/>
              </a:ext>
            </a:extLst>
          </p:cNvPr>
          <p:cNvSpPr/>
          <p:nvPr/>
        </p:nvSpPr>
        <p:spPr>
          <a:xfrm>
            <a:off x="187040" y="647172"/>
            <a:ext cx="45719" cy="45719"/>
          </a:xfrm>
          <a:prstGeom prst="ellipse">
            <a:avLst/>
          </a:prstGeom>
          <a:solidFill>
            <a:schemeClr val="tx1"/>
          </a:solidFill>
          <a:ln>
            <a:solidFill>
              <a:schemeClr val="tx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4" name="Conector reto 73">
            <a:extLst>
              <a:ext uri="{FF2B5EF4-FFF2-40B4-BE49-F238E27FC236}">
                <a16:creationId xmlns:a16="http://schemas.microsoft.com/office/drawing/2014/main" id="{DDAAB543-6882-95A2-511E-2FD3EAFB8639}"/>
              </a:ext>
            </a:extLst>
          </p:cNvPr>
          <p:cNvCxnSpPr>
            <a:cxnSpLocks/>
          </p:cNvCxnSpPr>
          <p:nvPr/>
        </p:nvCxnSpPr>
        <p:spPr>
          <a:xfrm flipV="1">
            <a:off x="2953970" y="137160"/>
            <a:ext cx="253641" cy="291094"/>
          </a:xfrm>
          <a:prstGeom prst="line">
            <a:avLst/>
          </a:prstGeom>
          <a:ln w="9525">
            <a:solidFill>
              <a:schemeClr val="tx1">
                <a:alpha val="99000"/>
              </a:schemeClr>
            </a:solidFill>
          </a:ln>
        </p:spPr>
        <p:style>
          <a:lnRef idx="2">
            <a:schemeClr val="accent1"/>
          </a:lnRef>
          <a:fillRef idx="0">
            <a:schemeClr val="accent1"/>
          </a:fillRef>
          <a:effectRef idx="1">
            <a:schemeClr val="accent1"/>
          </a:effectRef>
          <a:fontRef idx="minor">
            <a:schemeClr val="tx1"/>
          </a:fontRef>
        </p:style>
      </p:cxnSp>
      <p:sp>
        <p:nvSpPr>
          <p:cNvPr id="75" name="Elipse 74">
            <a:extLst>
              <a:ext uri="{FF2B5EF4-FFF2-40B4-BE49-F238E27FC236}">
                <a16:creationId xmlns:a16="http://schemas.microsoft.com/office/drawing/2014/main" id="{DBA76B71-4FA6-02D6-F7D0-95ACEA3C2FCD}"/>
              </a:ext>
            </a:extLst>
          </p:cNvPr>
          <p:cNvSpPr/>
          <p:nvPr/>
        </p:nvSpPr>
        <p:spPr>
          <a:xfrm>
            <a:off x="3973479" y="118544"/>
            <a:ext cx="45719" cy="45719"/>
          </a:xfrm>
          <a:prstGeom prst="ellipse">
            <a:avLst/>
          </a:prstGeom>
          <a:solidFill>
            <a:schemeClr val="tx1"/>
          </a:solidFill>
          <a:ln>
            <a:solidFill>
              <a:schemeClr val="tx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1" name="Imagem 80">
            <a:extLst>
              <a:ext uri="{FF2B5EF4-FFF2-40B4-BE49-F238E27FC236}">
                <a16:creationId xmlns:a16="http://schemas.microsoft.com/office/drawing/2014/main" id="{48B1B815-DCFF-4C44-757E-8D7D3E00A1E3}"/>
              </a:ext>
            </a:extLst>
          </p:cNvPr>
          <p:cNvPicPr>
            <a:picLocks noChangeAspect="1"/>
          </p:cNvPicPr>
          <p:nvPr/>
        </p:nvPicPr>
        <p:blipFill>
          <a:blip r:embed="rId2">
            <a:extLst>
              <a:ext uri="{28A0092B-C50C-407E-A947-70E740481C1C}">
                <a14:useLocalDpi xmlns:a14="http://schemas.microsoft.com/office/drawing/2010/main" val="0"/>
              </a:ext>
            </a:extLst>
          </a:blip>
          <a:srcRect l="17905" t="32346" r="18879" b="31406"/>
          <a:stretch>
            <a:fillRect/>
          </a:stretch>
        </p:blipFill>
        <p:spPr>
          <a:xfrm>
            <a:off x="9982201" y="6188215"/>
            <a:ext cx="1917098" cy="646670"/>
          </a:xfrm>
          <a:prstGeom prst="rect">
            <a:avLst/>
          </a:prstGeom>
        </p:spPr>
      </p:pic>
    </p:spTree>
    <p:extLst>
      <p:ext uri="{BB962C8B-B14F-4D97-AF65-F5344CB8AC3E}">
        <p14:creationId xmlns:p14="http://schemas.microsoft.com/office/powerpoint/2010/main" val="3533809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çalho da Seção">
    <p:bg>
      <p:bgPr>
        <a:solidFill>
          <a:srgbClr val="F5F1E6"/>
        </a:solidFill>
        <a:effectLst/>
      </p:bgPr>
    </p:bg>
    <p:spTree>
      <p:nvGrpSpPr>
        <p:cNvPr id="1" name=""/>
        <p:cNvGrpSpPr/>
        <p:nvPr/>
      </p:nvGrpSpPr>
      <p:grpSpPr>
        <a:xfrm>
          <a:off x="0" y="0"/>
          <a:ext cx="0" cy="0"/>
          <a:chOff x="0" y="0"/>
          <a:chExt cx="0" cy="0"/>
        </a:xfrm>
      </p:grpSpPr>
      <p:grpSp>
        <p:nvGrpSpPr>
          <p:cNvPr id="48" name="Agrupar 47">
            <a:extLst>
              <a:ext uri="{FF2B5EF4-FFF2-40B4-BE49-F238E27FC236}">
                <a16:creationId xmlns:a16="http://schemas.microsoft.com/office/drawing/2014/main" id="{2497D81F-FA05-D679-AE2F-279931EA6DEB}"/>
              </a:ext>
            </a:extLst>
          </p:cNvPr>
          <p:cNvGrpSpPr/>
          <p:nvPr/>
        </p:nvGrpSpPr>
        <p:grpSpPr>
          <a:xfrm>
            <a:off x="10690698" y="3902826"/>
            <a:ext cx="910464" cy="1203554"/>
            <a:chOff x="9493538" y="4530363"/>
            <a:chExt cx="897429" cy="879837"/>
          </a:xfrm>
          <a:solidFill>
            <a:schemeClr val="accent3">
              <a:lumMod val="75000"/>
              <a:alpha val="7000"/>
            </a:schemeClr>
          </a:solidFill>
        </p:grpSpPr>
        <p:sp>
          <p:nvSpPr>
            <p:cNvPr id="49" name="Elipse 48">
              <a:extLst>
                <a:ext uri="{FF2B5EF4-FFF2-40B4-BE49-F238E27FC236}">
                  <a16:creationId xmlns:a16="http://schemas.microsoft.com/office/drawing/2014/main" id="{A8ED3B23-2984-CB35-577F-3E2ED2EB32A6}"/>
                </a:ext>
              </a:extLst>
            </p:cNvPr>
            <p:cNvSpPr/>
            <p:nvPr/>
          </p:nvSpPr>
          <p:spPr>
            <a:xfrm>
              <a:off x="949353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0" name="Elipse 49">
              <a:extLst>
                <a:ext uri="{FF2B5EF4-FFF2-40B4-BE49-F238E27FC236}">
                  <a16:creationId xmlns:a16="http://schemas.microsoft.com/office/drawing/2014/main" id="{5A254733-16E2-82A1-7B76-9CB64FC3214D}"/>
                </a:ext>
              </a:extLst>
            </p:cNvPr>
            <p:cNvSpPr/>
            <p:nvPr/>
          </p:nvSpPr>
          <p:spPr>
            <a:xfrm>
              <a:off x="974499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1" name="Elipse 50">
              <a:extLst>
                <a:ext uri="{FF2B5EF4-FFF2-40B4-BE49-F238E27FC236}">
                  <a16:creationId xmlns:a16="http://schemas.microsoft.com/office/drawing/2014/main" id="{448CA4F8-5094-DE49-61F8-A430D4767037}"/>
                </a:ext>
              </a:extLst>
            </p:cNvPr>
            <p:cNvSpPr/>
            <p:nvPr/>
          </p:nvSpPr>
          <p:spPr>
            <a:xfrm>
              <a:off x="999645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Elipse 51">
              <a:extLst>
                <a:ext uri="{FF2B5EF4-FFF2-40B4-BE49-F238E27FC236}">
                  <a16:creationId xmlns:a16="http://schemas.microsoft.com/office/drawing/2014/main" id="{8A760B3B-E87B-A895-E304-0CBA5900F43B}"/>
                </a:ext>
              </a:extLst>
            </p:cNvPr>
            <p:cNvSpPr/>
            <p:nvPr/>
          </p:nvSpPr>
          <p:spPr>
            <a:xfrm>
              <a:off x="1024791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 name="Elipse 52">
              <a:extLst>
                <a:ext uri="{FF2B5EF4-FFF2-40B4-BE49-F238E27FC236}">
                  <a16:creationId xmlns:a16="http://schemas.microsoft.com/office/drawing/2014/main" id="{6720CE7F-9639-0313-7CC7-52CA5C9CD495}"/>
                </a:ext>
              </a:extLst>
            </p:cNvPr>
            <p:cNvSpPr/>
            <p:nvPr/>
          </p:nvSpPr>
          <p:spPr>
            <a:xfrm>
              <a:off x="949353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Elipse 53">
              <a:extLst>
                <a:ext uri="{FF2B5EF4-FFF2-40B4-BE49-F238E27FC236}">
                  <a16:creationId xmlns:a16="http://schemas.microsoft.com/office/drawing/2014/main" id="{36D81A34-F4FB-BF3B-FAE9-DB311A86E52A}"/>
                </a:ext>
              </a:extLst>
            </p:cNvPr>
            <p:cNvSpPr/>
            <p:nvPr/>
          </p:nvSpPr>
          <p:spPr>
            <a:xfrm>
              <a:off x="974499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Elipse 54">
              <a:extLst>
                <a:ext uri="{FF2B5EF4-FFF2-40B4-BE49-F238E27FC236}">
                  <a16:creationId xmlns:a16="http://schemas.microsoft.com/office/drawing/2014/main" id="{24E017B4-9D4F-FFA7-4A39-C5C906E3F6EA}"/>
                </a:ext>
              </a:extLst>
            </p:cNvPr>
            <p:cNvSpPr/>
            <p:nvPr/>
          </p:nvSpPr>
          <p:spPr>
            <a:xfrm>
              <a:off x="999645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6AF05977-0434-45C1-1A0E-6DC933A2402E}"/>
                </a:ext>
              </a:extLst>
            </p:cNvPr>
            <p:cNvSpPr/>
            <p:nvPr/>
          </p:nvSpPr>
          <p:spPr>
            <a:xfrm>
              <a:off x="1024791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Elipse 56">
              <a:extLst>
                <a:ext uri="{FF2B5EF4-FFF2-40B4-BE49-F238E27FC236}">
                  <a16:creationId xmlns:a16="http://schemas.microsoft.com/office/drawing/2014/main" id="{F2B35A85-8EB3-BFF3-3B1D-787D80501DB2}"/>
                </a:ext>
              </a:extLst>
            </p:cNvPr>
            <p:cNvSpPr/>
            <p:nvPr/>
          </p:nvSpPr>
          <p:spPr>
            <a:xfrm>
              <a:off x="949353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Elipse 57">
              <a:extLst>
                <a:ext uri="{FF2B5EF4-FFF2-40B4-BE49-F238E27FC236}">
                  <a16:creationId xmlns:a16="http://schemas.microsoft.com/office/drawing/2014/main" id="{17E9C30A-C101-A23F-E067-F5E84CC8D9A1}"/>
                </a:ext>
              </a:extLst>
            </p:cNvPr>
            <p:cNvSpPr/>
            <p:nvPr/>
          </p:nvSpPr>
          <p:spPr>
            <a:xfrm>
              <a:off x="974499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Elipse 58">
              <a:extLst>
                <a:ext uri="{FF2B5EF4-FFF2-40B4-BE49-F238E27FC236}">
                  <a16:creationId xmlns:a16="http://schemas.microsoft.com/office/drawing/2014/main" id="{905AA964-6E0D-4DA7-4A53-5A558B62A499}"/>
                </a:ext>
              </a:extLst>
            </p:cNvPr>
            <p:cNvSpPr/>
            <p:nvPr/>
          </p:nvSpPr>
          <p:spPr>
            <a:xfrm>
              <a:off x="999645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Elipse 59">
              <a:extLst>
                <a:ext uri="{FF2B5EF4-FFF2-40B4-BE49-F238E27FC236}">
                  <a16:creationId xmlns:a16="http://schemas.microsoft.com/office/drawing/2014/main" id="{4101A37A-5698-C39D-6878-3A02BC657D09}"/>
                </a:ext>
              </a:extLst>
            </p:cNvPr>
            <p:cNvSpPr/>
            <p:nvPr/>
          </p:nvSpPr>
          <p:spPr>
            <a:xfrm>
              <a:off x="1024791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Elipse 60">
              <a:extLst>
                <a:ext uri="{FF2B5EF4-FFF2-40B4-BE49-F238E27FC236}">
                  <a16:creationId xmlns:a16="http://schemas.microsoft.com/office/drawing/2014/main" id="{3CDA4203-1B46-DF2A-64D3-1D23EF66BB35}"/>
                </a:ext>
              </a:extLst>
            </p:cNvPr>
            <p:cNvSpPr/>
            <p:nvPr/>
          </p:nvSpPr>
          <p:spPr>
            <a:xfrm>
              <a:off x="949353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289AE136-F02C-D2DF-B2B0-E2BA3F9F6387}"/>
                </a:ext>
              </a:extLst>
            </p:cNvPr>
            <p:cNvSpPr/>
            <p:nvPr/>
          </p:nvSpPr>
          <p:spPr>
            <a:xfrm>
              <a:off x="974499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3" name="Elipse 62">
              <a:extLst>
                <a:ext uri="{FF2B5EF4-FFF2-40B4-BE49-F238E27FC236}">
                  <a16:creationId xmlns:a16="http://schemas.microsoft.com/office/drawing/2014/main" id="{C9C84F56-2D18-E820-068C-4C506A9C7E49}"/>
                </a:ext>
              </a:extLst>
            </p:cNvPr>
            <p:cNvSpPr/>
            <p:nvPr/>
          </p:nvSpPr>
          <p:spPr>
            <a:xfrm>
              <a:off x="999645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lipse 63">
              <a:extLst>
                <a:ext uri="{FF2B5EF4-FFF2-40B4-BE49-F238E27FC236}">
                  <a16:creationId xmlns:a16="http://schemas.microsoft.com/office/drawing/2014/main" id="{1FEB9B08-5405-78C4-D20F-441EB9AE40BD}"/>
                </a:ext>
              </a:extLst>
            </p:cNvPr>
            <p:cNvSpPr/>
            <p:nvPr/>
          </p:nvSpPr>
          <p:spPr>
            <a:xfrm>
              <a:off x="1024791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ítulo 1">
            <a:extLst>
              <a:ext uri="{FF2B5EF4-FFF2-40B4-BE49-F238E27FC236}">
                <a16:creationId xmlns:a16="http://schemas.microsoft.com/office/drawing/2014/main" id="{1EA879CD-2597-E62E-545F-77A41B356A5A}"/>
              </a:ext>
            </a:extLst>
          </p:cNvPr>
          <p:cNvSpPr>
            <a:spLocks noGrp="1"/>
          </p:cNvSpPr>
          <p:nvPr>
            <p:ph type="title"/>
          </p:nvPr>
        </p:nvSpPr>
        <p:spPr>
          <a:xfrm>
            <a:off x="831850" y="920534"/>
            <a:ext cx="10515600" cy="2852737"/>
          </a:xfrm>
        </p:spPr>
        <p:txBody>
          <a:bodyPr anchor="b"/>
          <a:lstStyle>
            <a:lvl1pPr>
              <a:defRPr sz="6000">
                <a:latin typeface="Tw Cen MT" panose="020B0602020104020603" pitchFamily="34" charset="0"/>
              </a:defRPr>
            </a:lvl1pPr>
          </a:lstStyle>
          <a:p>
            <a:r>
              <a:rPr lang="pt-BR"/>
              <a:t>Clique para editar o título Mestre</a:t>
            </a:r>
          </a:p>
        </p:txBody>
      </p:sp>
      <p:sp>
        <p:nvSpPr>
          <p:cNvPr id="3" name="Espaço Reservado para Texto 2">
            <a:extLst>
              <a:ext uri="{FF2B5EF4-FFF2-40B4-BE49-F238E27FC236}">
                <a16:creationId xmlns:a16="http://schemas.microsoft.com/office/drawing/2014/main" id="{5BDA142F-C049-0546-2959-9D278A7A9B6E}"/>
              </a:ext>
            </a:extLst>
          </p:cNvPr>
          <p:cNvSpPr>
            <a:spLocks noGrp="1"/>
          </p:cNvSpPr>
          <p:nvPr>
            <p:ph type="body" idx="1"/>
          </p:nvPr>
        </p:nvSpPr>
        <p:spPr>
          <a:xfrm>
            <a:off x="831850" y="4437279"/>
            <a:ext cx="10515600" cy="1500187"/>
          </a:xfrm>
        </p:spPr>
        <p:txBody>
          <a:bodyPr/>
          <a:lstStyle>
            <a:lvl1pPr marL="0" indent="0">
              <a:buNone/>
              <a:defRPr sz="2400">
                <a:solidFill>
                  <a:schemeClr val="tx1">
                    <a:tint val="82000"/>
                  </a:schemeClr>
                </a:solidFill>
                <a:latin typeface="Segoe UI" panose="020B0502040204020203" pitchFamily="34" charset="0"/>
                <a:cs typeface="Segoe UI"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pic>
        <p:nvPicPr>
          <p:cNvPr id="13" name="Imagem 12">
            <a:extLst>
              <a:ext uri="{FF2B5EF4-FFF2-40B4-BE49-F238E27FC236}">
                <a16:creationId xmlns:a16="http://schemas.microsoft.com/office/drawing/2014/main" id="{66442ECC-792C-0AAE-CD53-505C8A86443A}"/>
              </a:ext>
            </a:extLst>
          </p:cNvPr>
          <p:cNvPicPr>
            <a:picLocks noChangeAspect="1"/>
          </p:cNvPicPr>
          <p:nvPr/>
        </p:nvPicPr>
        <p:blipFill>
          <a:blip r:embed="rId2">
            <a:extLst>
              <a:ext uri="{28A0092B-C50C-407E-A947-70E740481C1C}">
                <a14:useLocalDpi xmlns:a14="http://schemas.microsoft.com/office/drawing/2010/main" val="0"/>
              </a:ext>
            </a:extLst>
          </a:blip>
          <a:srcRect l="17905" t="32346" r="18879" b="31406"/>
          <a:stretch>
            <a:fillRect/>
          </a:stretch>
        </p:blipFill>
        <p:spPr>
          <a:xfrm>
            <a:off x="9982201" y="6188215"/>
            <a:ext cx="1917098" cy="646670"/>
          </a:xfrm>
          <a:prstGeom prst="rect">
            <a:avLst/>
          </a:prstGeom>
        </p:spPr>
      </p:pic>
      <p:cxnSp>
        <p:nvCxnSpPr>
          <p:cNvPr id="14" name="Conector reto 13">
            <a:extLst>
              <a:ext uri="{FF2B5EF4-FFF2-40B4-BE49-F238E27FC236}">
                <a16:creationId xmlns:a16="http://schemas.microsoft.com/office/drawing/2014/main" id="{D5640780-DBA0-C534-4CE2-4A317A936303}"/>
              </a:ext>
            </a:extLst>
          </p:cNvPr>
          <p:cNvCxnSpPr>
            <a:cxnSpLocks/>
          </p:cNvCxnSpPr>
          <p:nvPr/>
        </p:nvCxnSpPr>
        <p:spPr>
          <a:xfrm>
            <a:off x="831850" y="4105275"/>
            <a:ext cx="3018996" cy="0"/>
          </a:xfrm>
          <a:prstGeom prst="line">
            <a:avLst/>
          </a:prstGeom>
          <a:ln w="28575">
            <a:solidFill>
              <a:srgbClr val="2457B6"/>
            </a:solidFill>
          </a:ln>
          <a:effectLst/>
        </p:spPr>
        <p:style>
          <a:lnRef idx="2">
            <a:schemeClr val="accent1"/>
          </a:lnRef>
          <a:fillRef idx="0">
            <a:schemeClr val="accent1"/>
          </a:fillRef>
          <a:effectRef idx="1">
            <a:schemeClr val="accent1"/>
          </a:effectRef>
          <a:fontRef idx="minor">
            <a:schemeClr val="tx1"/>
          </a:fontRef>
        </p:style>
      </p:cxnSp>
      <p:sp>
        <p:nvSpPr>
          <p:cNvPr id="18" name="Retângulo 9">
            <a:extLst>
              <a:ext uri="{FF2B5EF4-FFF2-40B4-BE49-F238E27FC236}">
                <a16:creationId xmlns:a16="http://schemas.microsoft.com/office/drawing/2014/main" id="{07915C09-45A1-B877-2119-426EC2089993}"/>
              </a:ext>
            </a:extLst>
          </p:cNvPr>
          <p:cNvSpPr/>
          <p:nvPr/>
        </p:nvSpPr>
        <p:spPr>
          <a:xfrm rot="10800000">
            <a:off x="-2" y="5261705"/>
            <a:ext cx="4287521" cy="1500186"/>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Lst>
            <a:ahLst/>
            <a:cxnLst>
              <a:cxn ang="0">
                <a:pos x="csX0" y="csY0"/>
              </a:cxn>
              <a:cxn ang="0">
                <a:pos x="csX1" y="csY1"/>
              </a:cxn>
              <a:cxn ang="0">
                <a:pos x="csX2" y="csY2"/>
              </a:cxn>
              <a:cxn ang="0">
                <a:pos x="csX3" y="csY3"/>
              </a:cxn>
              <a:cxn ang="0">
                <a:pos x="csX4" y="csY4"/>
              </a:cxn>
            </a:cxnLst>
            <a:rect l="l" t="t" r="r" b="b"/>
            <a:pathLst>
              <a:path w="3195629" h="742186">
                <a:moveTo>
                  <a:pt x="0" y="0"/>
                </a:moveTo>
                <a:lnTo>
                  <a:pt x="3195629" y="0"/>
                </a:lnTo>
                <a:lnTo>
                  <a:pt x="3195629" y="732661"/>
                </a:lnTo>
                <a:lnTo>
                  <a:pt x="752475" y="742186"/>
                </a:lnTo>
                <a:lnTo>
                  <a:pt x="0" y="0"/>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Triângulo Retângulo 18">
            <a:extLst>
              <a:ext uri="{FF2B5EF4-FFF2-40B4-BE49-F238E27FC236}">
                <a16:creationId xmlns:a16="http://schemas.microsoft.com/office/drawing/2014/main" id="{588D50A2-A2F5-5061-28DF-CEF8A9715F7F}"/>
              </a:ext>
            </a:extLst>
          </p:cNvPr>
          <p:cNvSpPr/>
          <p:nvPr/>
        </p:nvSpPr>
        <p:spPr>
          <a:xfrm rot="10800000">
            <a:off x="8345424" y="44231"/>
            <a:ext cx="3843690" cy="3085048"/>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643A5F65-79B2-454D-062D-419389184AB1}"/>
              </a:ext>
            </a:extLst>
          </p:cNvPr>
          <p:cNvSpPr/>
          <p:nvPr/>
        </p:nvSpPr>
        <p:spPr>
          <a:xfrm>
            <a:off x="2886" y="12311"/>
            <a:ext cx="12192000" cy="244215"/>
          </a:xfrm>
          <a:prstGeom prst="rect">
            <a:avLst/>
          </a:prstGeom>
          <a:solidFill>
            <a:schemeClr val="tx1"/>
          </a:solidFill>
          <a:ln>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2EF2C6F0-1917-DEAD-9FB8-39B37457D85F}"/>
              </a:ext>
            </a:extLst>
          </p:cNvPr>
          <p:cNvSpPr/>
          <p:nvPr/>
        </p:nvSpPr>
        <p:spPr>
          <a:xfrm rot="5400000">
            <a:off x="4073648" y="2348990"/>
            <a:ext cx="427739" cy="8575043"/>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Lst>
            <a:ahLst/>
            <a:cxnLst>
              <a:cxn ang="0">
                <a:pos x="csX0" y="csY0"/>
              </a:cxn>
              <a:cxn ang="0">
                <a:pos x="csX1" y="csY1"/>
              </a:cxn>
              <a:cxn ang="0">
                <a:pos x="csX2" y="csY2"/>
              </a:cxn>
              <a:cxn ang="0">
                <a:pos x="csX3" y="csY3"/>
              </a:cxn>
              <a:cxn ang="0">
                <a:pos x="csX4" y="csY4"/>
              </a:cxn>
            </a:cxnLst>
            <a:rect l="l" t="t" r="r" b="b"/>
            <a:pathLst>
              <a:path w="192855" h="3433450">
                <a:moveTo>
                  <a:pt x="3989" y="91538"/>
                </a:moveTo>
                <a:lnTo>
                  <a:pt x="188876" y="0"/>
                </a:lnTo>
                <a:cubicBezTo>
                  <a:pt x="190202" y="1144483"/>
                  <a:pt x="191529" y="2288967"/>
                  <a:pt x="192855" y="3433450"/>
                </a:cubicBezTo>
                <a:lnTo>
                  <a:pt x="169" y="3433450"/>
                </a:lnTo>
                <a:cubicBezTo>
                  <a:pt x="-1100" y="2384347"/>
                  <a:pt x="5258" y="1140641"/>
                  <a:pt x="3989" y="91538"/>
                </a:cubicBezTo>
                <a:close/>
              </a:path>
            </a:pathLst>
          </a:custGeom>
          <a:solidFill>
            <a:srgbClr val="152D6B"/>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7">
            <a:extLst>
              <a:ext uri="{FF2B5EF4-FFF2-40B4-BE49-F238E27FC236}">
                <a16:creationId xmlns:a16="http://schemas.microsoft.com/office/drawing/2014/main" id="{22CBC96B-C677-9423-E819-EA1AE5AC0ADC}"/>
              </a:ext>
            </a:extLst>
          </p:cNvPr>
          <p:cNvSpPr/>
          <p:nvPr/>
        </p:nvSpPr>
        <p:spPr>
          <a:xfrm rot="5400000">
            <a:off x="8725391" y="5939986"/>
            <a:ext cx="297979" cy="1524413"/>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204294"/>
              <a:gd name="csY0" fmla="*/ 560810 h 3902722"/>
              <a:gd name="csX1" fmla="*/ 204293 w 204294"/>
              <a:gd name="csY1" fmla="*/ -2 h 3902722"/>
              <a:gd name="csX2" fmla="*/ 192855 w 204294"/>
              <a:gd name="csY2" fmla="*/ 3902722 h 3902722"/>
              <a:gd name="csX3" fmla="*/ 169 w 204294"/>
              <a:gd name="csY3" fmla="*/ 3902722 h 3902722"/>
              <a:gd name="csX4" fmla="*/ 3989 w 204294"/>
              <a:gd name="csY4" fmla="*/ 560810 h 3902722"/>
              <a:gd name="csX0" fmla="*/ 10297 w 204213"/>
              <a:gd name="csY0" fmla="*/ 373534 h 3902725"/>
              <a:gd name="csX1" fmla="*/ 204213 w 204213"/>
              <a:gd name="csY1" fmla="*/ 1 h 3902725"/>
              <a:gd name="csX2" fmla="*/ 192775 w 204213"/>
              <a:gd name="csY2" fmla="*/ 3902725 h 3902725"/>
              <a:gd name="csX3" fmla="*/ 89 w 204213"/>
              <a:gd name="csY3" fmla="*/ 3902725 h 3902725"/>
              <a:gd name="csX4" fmla="*/ 10297 w 204213"/>
              <a:gd name="csY4" fmla="*/ 373534 h 3902725"/>
            </a:gdLst>
            <a:ahLst/>
            <a:cxnLst>
              <a:cxn ang="0">
                <a:pos x="csX0" y="csY0"/>
              </a:cxn>
              <a:cxn ang="0">
                <a:pos x="csX1" y="csY1"/>
              </a:cxn>
              <a:cxn ang="0">
                <a:pos x="csX2" y="csY2"/>
              </a:cxn>
              <a:cxn ang="0">
                <a:pos x="csX3" y="csY3"/>
              </a:cxn>
              <a:cxn ang="0">
                <a:pos x="csX4" y="csY4"/>
              </a:cxn>
            </a:cxnLst>
            <a:rect l="l" t="t" r="r" b="b"/>
            <a:pathLst>
              <a:path w="204213" h="3902725">
                <a:moveTo>
                  <a:pt x="10297" y="373534"/>
                </a:moveTo>
                <a:lnTo>
                  <a:pt x="204213" y="1"/>
                </a:lnTo>
                <a:cubicBezTo>
                  <a:pt x="200400" y="1300909"/>
                  <a:pt x="196588" y="2601817"/>
                  <a:pt x="192775" y="3902725"/>
                </a:cubicBezTo>
                <a:lnTo>
                  <a:pt x="89" y="3902725"/>
                </a:lnTo>
                <a:cubicBezTo>
                  <a:pt x="-1180" y="2853622"/>
                  <a:pt x="11566" y="1422637"/>
                  <a:pt x="10297" y="373534"/>
                </a:cubicBezTo>
                <a:close/>
              </a:path>
            </a:pathLst>
          </a:custGeom>
          <a:solidFill>
            <a:srgbClr val="152D6B"/>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reto 15">
            <a:extLst>
              <a:ext uri="{FF2B5EF4-FFF2-40B4-BE49-F238E27FC236}">
                <a16:creationId xmlns:a16="http://schemas.microsoft.com/office/drawing/2014/main" id="{62F7CC34-435C-F469-3061-89CC746A3EF8}"/>
              </a:ext>
            </a:extLst>
          </p:cNvPr>
          <p:cNvCxnSpPr/>
          <p:nvPr/>
        </p:nvCxnSpPr>
        <p:spPr>
          <a:xfrm>
            <a:off x="5808980" y="6553203"/>
            <a:ext cx="221488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20" name="Conector reto 19">
            <a:extLst>
              <a:ext uri="{FF2B5EF4-FFF2-40B4-BE49-F238E27FC236}">
                <a16:creationId xmlns:a16="http://schemas.microsoft.com/office/drawing/2014/main" id="{135C0EDF-0728-4055-DBAE-C323246CE606}"/>
              </a:ext>
            </a:extLst>
          </p:cNvPr>
          <p:cNvCxnSpPr>
            <a:cxnSpLocks/>
          </p:cNvCxnSpPr>
          <p:nvPr/>
        </p:nvCxnSpPr>
        <p:spPr>
          <a:xfrm>
            <a:off x="8016240" y="6548123"/>
            <a:ext cx="101014" cy="152809"/>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21" name="Conector reto 20">
            <a:extLst>
              <a:ext uri="{FF2B5EF4-FFF2-40B4-BE49-F238E27FC236}">
                <a16:creationId xmlns:a16="http://schemas.microsoft.com/office/drawing/2014/main" id="{915ED2FF-30A0-50C3-6333-1A651E5FD216}"/>
              </a:ext>
            </a:extLst>
          </p:cNvPr>
          <p:cNvCxnSpPr>
            <a:cxnSpLocks/>
          </p:cNvCxnSpPr>
          <p:nvPr/>
        </p:nvCxnSpPr>
        <p:spPr>
          <a:xfrm>
            <a:off x="8115984" y="6700199"/>
            <a:ext cx="1280746"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
        <p:nvSpPr>
          <p:cNvPr id="23" name="Elipse 22">
            <a:extLst>
              <a:ext uri="{FF2B5EF4-FFF2-40B4-BE49-F238E27FC236}">
                <a16:creationId xmlns:a16="http://schemas.microsoft.com/office/drawing/2014/main" id="{C905738E-2BD0-8184-862F-EB05D3D24D0F}"/>
              </a:ext>
            </a:extLst>
          </p:cNvPr>
          <p:cNvSpPr/>
          <p:nvPr/>
        </p:nvSpPr>
        <p:spPr>
          <a:xfrm>
            <a:off x="5788660" y="6537293"/>
            <a:ext cx="45719" cy="45719"/>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5" name="Conector reto 24">
            <a:extLst>
              <a:ext uri="{FF2B5EF4-FFF2-40B4-BE49-F238E27FC236}">
                <a16:creationId xmlns:a16="http://schemas.microsoft.com/office/drawing/2014/main" id="{3CF78E46-E697-2FAD-F137-857E33AE85CA}"/>
              </a:ext>
            </a:extLst>
          </p:cNvPr>
          <p:cNvCxnSpPr>
            <a:cxnSpLocks/>
          </p:cNvCxnSpPr>
          <p:nvPr/>
        </p:nvCxnSpPr>
        <p:spPr>
          <a:xfrm>
            <a:off x="8503920" y="6471919"/>
            <a:ext cx="1061547"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Elipse 25">
            <a:extLst>
              <a:ext uri="{FF2B5EF4-FFF2-40B4-BE49-F238E27FC236}">
                <a16:creationId xmlns:a16="http://schemas.microsoft.com/office/drawing/2014/main" id="{482EF60C-83EC-0B36-9AD0-F45483E42B13}"/>
              </a:ext>
            </a:extLst>
          </p:cNvPr>
          <p:cNvSpPr/>
          <p:nvPr/>
        </p:nvSpPr>
        <p:spPr>
          <a:xfrm>
            <a:off x="9519748" y="6450583"/>
            <a:ext cx="45719" cy="4571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7">
            <a:extLst>
              <a:ext uri="{FF2B5EF4-FFF2-40B4-BE49-F238E27FC236}">
                <a16:creationId xmlns:a16="http://schemas.microsoft.com/office/drawing/2014/main" id="{563A7D2C-F75F-0E2B-3B6B-F4938617357E}"/>
              </a:ext>
            </a:extLst>
          </p:cNvPr>
          <p:cNvSpPr/>
          <p:nvPr/>
        </p:nvSpPr>
        <p:spPr>
          <a:xfrm rot="5400000" flipH="1">
            <a:off x="3625777" y="-3594327"/>
            <a:ext cx="450139" cy="7701704"/>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Lst>
            <a:ahLst/>
            <a:cxnLst>
              <a:cxn ang="0">
                <a:pos x="csX0" y="csY0"/>
              </a:cxn>
              <a:cxn ang="0">
                <a:pos x="csX1" y="csY1"/>
              </a:cxn>
              <a:cxn ang="0">
                <a:pos x="csX2" y="csY2"/>
              </a:cxn>
              <a:cxn ang="0">
                <a:pos x="csX3" y="csY3"/>
              </a:cxn>
              <a:cxn ang="0">
                <a:pos x="csX4" y="csY4"/>
              </a:cxn>
            </a:cxnLst>
            <a:rect l="l" t="t" r="r" b="b"/>
            <a:pathLst>
              <a:path w="192855" h="3433450">
                <a:moveTo>
                  <a:pt x="3989" y="91538"/>
                </a:moveTo>
                <a:lnTo>
                  <a:pt x="188876" y="0"/>
                </a:lnTo>
                <a:cubicBezTo>
                  <a:pt x="190202" y="1144483"/>
                  <a:pt x="191529" y="2288967"/>
                  <a:pt x="192855" y="3433450"/>
                </a:cubicBezTo>
                <a:lnTo>
                  <a:pt x="169" y="3433450"/>
                </a:lnTo>
                <a:cubicBezTo>
                  <a:pt x="-1100" y="2384347"/>
                  <a:pt x="5258" y="1140641"/>
                  <a:pt x="3989" y="91538"/>
                </a:cubicBezTo>
                <a:close/>
              </a:path>
            </a:pathLst>
          </a:custGeom>
          <a:solidFill>
            <a:srgbClr val="152D6B"/>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1" name="Conector reto 30">
            <a:extLst>
              <a:ext uri="{FF2B5EF4-FFF2-40B4-BE49-F238E27FC236}">
                <a16:creationId xmlns:a16="http://schemas.microsoft.com/office/drawing/2014/main" id="{5CD82B7B-71F1-D09C-1B3C-85A7CAC209CE}"/>
              </a:ext>
            </a:extLst>
          </p:cNvPr>
          <p:cNvCxnSpPr/>
          <p:nvPr/>
        </p:nvCxnSpPr>
        <p:spPr>
          <a:xfrm flipV="1">
            <a:off x="7668680" y="346201"/>
            <a:ext cx="71118" cy="14631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Conector reto 32">
            <a:extLst>
              <a:ext uri="{FF2B5EF4-FFF2-40B4-BE49-F238E27FC236}">
                <a16:creationId xmlns:a16="http://schemas.microsoft.com/office/drawing/2014/main" id="{EB0A1BDD-4F66-820D-AFBB-1A873A073221}"/>
              </a:ext>
            </a:extLst>
          </p:cNvPr>
          <p:cNvCxnSpPr>
            <a:cxnSpLocks/>
          </p:cNvCxnSpPr>
          <p:nvPr/>
        </p:nvCxnSpPr>
        <p:spPr>
          <a:xfrm flipV="1">
            <a:off x="7737258" y="335280"/>
            <a:ext cx="2622800" cy="10920"/>
          </a:xfrm>
          <a:prstGeom prst="line">
            <a:avLst/>
          </a:prstGeom>
          <a:ln w="9525"/>
        </p:spPr>
        <p:style>
          <a:lnRef idx="2">
            <a:schemeClr val="dk1"/>
          </a:lnRef>
          <a:fillRef idx="0">
            <a:schemeClr val="dk1"/>
          </a:fillRef>
          <a:effectRef idx="1">
            <a:schemeClr val="dk1"/>
          </a:effectRef>
          <a:fontRef idx="minor">
            <a:schemeClr val="tx1"/>
          </a:fontRef>
        </p:style>
      </p:cxnSp>
      <p:sp>
        <p:nvSpPr>
          <p:cNvPr id="34" name="Elipse 33">
            <a:extLst>
              <a:ext uri="{FF2B5EF4-FFF2-40B4-BE49-F238E27FC236}">
                <a16:creationId xmlns:a16="http://schemas.microsoft.com/office/drawing/2014/main" id="{83D54160-F3AC-36C8-CABB-3F84C8628A4E}"/>
              </a:ext>
            </a:extLst>
          </p:cNvPr>
          <p:cNvSpPr/>
          <p:nvPr/>
        </p:nvSpPr>
        <p:spPr>
          <a:xfrm>
            <a:off x="10332465" y="311911"/>
            <a:ext cx="45719" cy="4571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6" name="Conector reto 35">
            <a:extLst>
              <a:ext uri="{FF2B5EF4-FFF2-40B4-BE49-F238E27FC236}">
                <a16:creationId xmlns:a16="http://schemas.microsoft.com/office/drawing/2014/main" id="{752DA5F6-59E8-8CF3-536D-CB95E1571E91}"/>
              </a:ext>
            </a:extLst>
          </p:cNvPr>
          <p:cNvCxnSpPr>
            <a:cxnSpLocks/>
          </p:cNvCxnSpPr>
          <p:nvPr/>
        </p:nvCxnSpPr>
        <p:spPr>
          <a:xfrm>
            <a:off x="6634480" y="346200"/>
            <a:ext cx="742266"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38" name="Conector reto 37">
            <a:extLst>
              <a:ext uri="{FF2B5EF4-FFF2-40B4-BE49-F238E27FC236}">
                <a16:creationId xmlns:a16="http://schemas.microsoft.com/office/drawing/2014/main" id="{7B1D1630-996D-32D4-D516-5F0DAB1F64E3}"/>
              </a:ext>
            </a:extLst>
          </p:cNvPr>
          <p:cNvCxnSpPr>
            <a:cxnSpLocks/>
          </p:cNvCxnSpPr>
          <p:nvPr/>
        </p:nvCxnSpPr>
        <p:spPr>
          <a:xfrm flipH="1">
            <a:off x="7372594" y="258187"/>
            <a:ext cx="39711" cy="87612"/>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19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uas Partes de Conteúdo">
    <p:bg>
      <p:bgPr>
        <a:solidFill>
          <a:srgbClr val="F5F1E6"/>
        </a:solidFill>
        <a:effectLst/>
      </p:bgPr>
    </p:bg>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69B67C4A-0E5C-8F95-7D69-A8D47FEA02D8}"/>
              </a:ext>
            </a:extLst>
          </p:cNvPr>
          <p:cNvSpPr>
            <a:spLocks noGrp="1"/>
          </p:cNvSpPr>
          <p:nvPr>
            <p:ph sz="half" idx="1"/>
          </p:nvPr>
        </p:nvSpPr>
        <p:spPr>
          <a:xfrm>
            <a:off x="1330960" y="2183589"/>
            <a:ext cx="4587240" cy="3901123"/>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pic>
        <p:nvPicPr>
          <p:cNvPr id="7" name="Imagem 6">
            <a:extLst>
              <a:ext uri="{FF2B5EF4-FFF2-40B4-BE49-F238E27FC236}">
                <a16:creationId xmlns:a16="http://schemas.microsoft.com/office/drawing/2014/main" id="{B0F91417-B66E-7897-B361-40270E35849F}"/>
              </a:ext>
            </a:extLst>
          </p:cNvPr>
          <p:cNvPicPr>
            <a:picLocks noChangeAspect="1"/>
          </p:cNvPicPr>
          <p:nvPr/>
        </p:nvPicPr>
        <p:blipFill>
          <a:blip r:embed="rId2">
            <a:extLst>
              <a:ext uri="{28A0092B-C50C-407E-A947-70E740481C1C}">
                <a14:useLocalDpi xmlns:a14="http://schemas.microsoft.com/office/drawing/2010/main" val="0"/>
              </a:ext>
            </a:extLst>
          </a:blip>
          <a:srcRect l="17905" t="32346" r="18879" b="31406"/>
          <a:stretch>
            <a:fillRect/>
          </a:stretch>
        </p:blipFill>
        <p:spPr>
          <a:xfrm>
            <a:off x="295037" y="6309811"/>
            <a:ext cx="1595603" cy="538224"/>
          </a:xfrm>
          <a:prstGeom prst="rect">
            <a:avLst/>
          </a:prstGeom>
        </p:spPr>
      </p:pic>
      <p:sp>
        <p:nvSpPr>
          <p:cNvPr id="8" name="Retângulo 7">
            <a:extLst>
              <a:ext uri="{FF2B5EF4-FFF2-40B4-BE49-F238E27FC236}">
                <a16:creationId xmlns:a16="http://schemas.microsoft.com/office/drawing/2014/main" id="{88C3767D-1782-1AAC-B4D1-BEDB929C7877}"/>
              </a:ext>
            </a:extLst>
          </p:cNvPr>
          <p:cNvSpPr/>
          <p:nvPr/>
        </p:nvSpPr>
        <p:spPr>
          <a:xfrm>
            <a:off x="2886" y="12312"/>
            <a:ext cx="12192000" cy="181026"/>
          </a:xfrm>
          <a:prstGeom prst="rect">
            <a:avLst/>
          </a:prstGeom>
          <a:solidFill>
            <a:schemeClr val="tx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7">
            <a:extLst>
              <a:ext uri="{FF2B5EF4-FFF2-40B4-BE49-F238E27FC236}">
                <a16:creationId xmlns:a16="http://schemas.microsoft.com/office/drawing/2014/main" id="{32FD8CED-8E40-AA1F-995E-A34458167447}"/>
              </a:ext>
            </a:extLst>
          </p:cNvPr>
          <p:cNvSpPr/>
          <p:nvPr/>
        </p:nvSpPr>
        <p:spPr>
          <a:xfrm rot="5400000" flipH="1">
            <a:off x="3711353" y="-3679902"/>
            <a:ext cx="278988" cy="7701704"/>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Lst>
            <a:ahLst/>
            <a:cxnLst>
              <a:cxn ang="0">
                <a:pos x="csX0" y="csY0"/>
              </a:cxn>
              <a:cxn ang="0">
                <a:pos x="csX1" y="csY1"/>
              </a:cxn>
              <a:cxn ang="0">
                <a:pos x="csX2" y="csY2"/>
              </a:cxn>
              <a:cxn ang="0">
                <a:pos x="csX3" y="csY3"/>
              </a:cxn>
              <a:cxn ang="0">
                <a:pos x="csX4" y="csY4"/>
              </a:cxn>
            </a:cxnLst>
            <a:rect l="l" t="t" r="r" b="b"/>
            <a:pathLst>
              <a:path w="192855" h="3433450">
                <a:moveTo>
                  <a:pt x="3989" y="91538"/>
                </a:moveTo>
                <a:lnTo>
                  <a:pt x="188876" y="0"/>
                </a:lnTo>
                <a:cubicBezTo>
                  <a:pt x="190202" y="1144483"/>
                  <a:pt x="191529" y="2288967"/>
                  <a:pt x="192855" y="3433450"/>
                </a:cubicBezTo>
                <a:lnTo>
                  <a:pt x="169" y="3433450"/>
                </a:lnTo>
                <a:cubicBezTo>
                  <a:pt x="-1100" y="2384347"/>
                  <a:pt x="5258" y="1140641"/>
                  <a:pt x="3989" y="91538"/>
                </a:cubicBezTo>
                <a:close/>
              </a:path>
            </a:pathLst>
          </a:custGeom>
          <a:solidFill>
            <a:schemeClr val="tx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4" name="Conector reto 13">
            <a:extLst>
              <a:ext uri="{FF2B5EF4-FFF2-40B4-BE49-F238E27FC236}">
                <a16:creationId xmlns:a16="http://schemas.microsoft.com/office/drawing/2014/main" id="{4FA5DF1F-3D42-B5A6-03E7-D1321B7ECBAC}"/>
              </a:ext>
            </a:extLst>
          </p:cNvPr>
          <p:cNvCxnSpPr>
            <a:cxnSpLocks/>
          </p:cNvCxnSpPr>
          <p:nvPr/>
        </p:nvCxnSpPr>
        <p:spPr>
          <a:xfrm flipV="1">
            <a:off x="7578488" y="249202"/>
            <a:ext cx="66658" cy="9776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Conector reto 14">
            <a:extLst>
              <a:ext uri="{FF2B5EF4-FFF2-40B4-BE49-F238E27FC236}">
                <a16:creationId xmlns:a16="http://schemas.microsoft.com/office/drawing/2014/main" id="{216512C0-3B67-620B-A045-5AF551892BDE}"/>
              </a:ext>
            </a:extLst>
          </p:cNvPr>
          <p:cNvCxnSpPr>
            <a:cxnSpLocks/>
          </p:cNvCxnSpPr>
          <p:nvPr/>
        </p:nvCxnSpPr>
        <p:spPr>
          <a:xfrm flipH="1" flipV="1">
            <a:off x="7639050" y="256759"/>
            <a:ext cx="1311400" cy="8095"/>
          </a:xfrm>
          <a:prstGeom prst="line">
            <a:avLst/>
          </a:prstGeom>
          <a:ln w="9525">
            <a:solidFill>
              <a:schemeClr val="tx1"/>
            </a:solidFill>
          </a:ln>
        </p:spPr>
        <p:style>
          <a:lnRef idx="2">
            <a:schemeClr val="dk1"/>
          </a:lnRef>
          <a:fillRef idx="0">
            <a:schemeClr val="dk1"/>
          </a:fillRef>
          <a:effectRef idx="1">
            <a:schemeClr val="dk1"/>
          </a:effectRef>
          <a:fontRef idx="minor">
            <a:schemeClr val="tx1"/>
          </a:fontRef>
        </p:style>
      </p:cxnSp>
      <p:sp>
        <p:nvSpPr>
          <p:cNvPr id="16" name="Elipse 15">
            <a:extLst>
              <a:ext uri="{FF2B5EF4-FFF2-40B4-BE49-F238E27FC236}">
                <a16:creationId xmlns:a16="http://schemas.microsoft.com/office/drawing/2014/main" id="{5A991FC4-F32A-1012-958B-F74780845738}"/>
              </a:ext>
            </a:extLst>
          </p:cNvPr>
          <p:cNvSpPr/>
          <p:nvPr/>
        </p:nvSpPr>
        <p:spPr>
          <a:xfrm>
            <a:off x="8927590" y="242402"/>
            <a:ext cx="45719" cy="4571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Triângulo Retângulo 27">
            <a:extLst>
              <a:ext uri="{FF2B5EF4-FFF2-40B4-BE49-F238E27FC236}">
                <a16:creationId xmlns:a16="http://schemas.microsoft.com/office/drawing/2014/main" id="{2DEAE474-9294-22F4-4D3C-8E30E8796EB6}"/>
              </a:ext>
            </a:extLst>
          </p:cNvPr>
          <p:cNvSpPr/>
          <p:nvPr/>
        </p:nvSpPr>
        <p:spPr>
          <a:xfrm rot="10800000">
            <a:off x="9337040" y="44231"/>
            <a:ext cx="2852074" cy="2333209"/>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tângulo 30">
            <a:extLst>
              <a:ext uri="{FF2B5EF4-FFF2-40B4-BE49-F238E27FC236}">
                <a16:creationId xmlns:a16="http://schemas.microsoft.com/office/drawing/2014/main" id="{5AEA154E-72D8-E9E1-8547-6D5A4E6D3F92}"/>
              </a:ext>
            </a:extLst>
          </p:cNvPr>
          <p:cNvSpPr/>
          <p:nvPr/>
        </p:nvSpPr>
        <p:spPr>
          <a:xfrm>
            <a:off x="2199190" y="6411595"/>
            <a:ext cx="9992811" cy="453514"/>
          </a:xfrm>
          <a:custGeom>
            <a:avLst/>
            <a:gdLst>
              <a:gd name="csX0" fmla="*/ 0 w 9570720"/>
              <a:gd name="csY0" fmla="*/ 0 h 443354"/>
              <a:gd name="csX1" fmla="*/ 9570720 w 9570720"/>
              <a:gd name="csY1" fmla="*/ 0 h 443354"/>
              <a:gd name="csX2" fmla="*/ 9570720 w 9570720"/>
              <a:gd name="csY2" fmla="*/ 443354 h 443354"/>
              <a:gd name="csX3" fmla="*/ 0 w 9570720"/>
              <a:gd name="csY3" fmla="*/ 443354 h 443354"/>
              <a:gd name="csX4" fmla="*/ 0 w 9570720"/>
              <a:gd name="csY4" fmla="*/ 0 h 443354"/>
              <a:gd name="csX0" fmla="*/ 650240 w 9570720"/>
              <a:gd name="csY0" fmla="*/ 0 h 453514"/>
              <a:gd name="csX1" fmla="*/ 9570720 w 9570720"/>
              <a:gd name="csY1" fmla="*/ 10160 h 453514"/>
              <a:gd name="csX2" fmla="*/ 9570720 w 9570720"/>
              <a:gd name="csY2" fmla="*/ 453514 h 453514"/>
              <a:gd name="csX3" fmla="*/ 0 w 9570720"/>
              <a:gd name="csY3" fmla="*/ 453514 h 453514"/>
              <a:gd name="csX4" fmla="*/ 650240 w 9570720"/>
              <a:gd name="csY4" fmla="*/ 0 h 453514"/>
            </a:gdLst>
            <a:ahLst/>
            <a:cxnLst>
              <a:cxn ang="0">
                <a:pos x="csX0" y="csY0"/>
              </a:cxn>
              <a:cxn ang="0">
                <a:pos x="csX1" y="csY1"/>
              </a:cxn>
              <a:cxn ang="0">
                <a:pos x="csX2" y="csY2"/>
              </a:cxn>
              <a:cxn ang="0">
                <a:pos x="csX3" y="csY3"/>
              </a:cxn>
              <a:cxn ang="0">
                <a:pos x="csX4" y="csY4"/>
              </a:cxn>
            </a:cxnLst>
            <a:rect l="l" t="t" r="r" b="b"/>
            <a:pathLst>
              <a:path w="9570720" h="453514">
                <a:moveTo>
                  <a:pt x="650240" y="0"/>
                </a:moveTo>
                <a:lnTo>
                  <a:pt x="9570720" y="10160"/>
                </a:lnTo>
                <a:lnTo>
                  <a:pt x="9570720" y="453514"/>
                </a:lnTo>
                <a:lnTo>
                  <a:pt x="0" y="453514"/>
                </a:lnTo>
                <a:lnTo>
                  <a:pt x="650240" y="0"/>
                </a:lnTo>
                <a:close/>
              </a:path>
            </a:pathLst>
          </a:cu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cxnSp>
        <p:nvCxnSpPr>
          <p:cNvPr id="32" name="Conector reto 31">
            <a:extLst>
              <a:ext uri="{FF2B5EF4-FFF2-40B4-BE49-F238E27FC236}">
                <a16:creationId xmlns:a16="http://schemas.microsoft.com/office/drawing/2014/main" id="{ABF64DCC-4B63-6A8B-B0F7-35630AAAD7D5}"/>
              </a:ext>
            </a:extLst>
          </p:cNvPr>
          <p:cNvCxnSpPr>
            <a:cxnSpLocks/>
          </p:cNvCxnSpPr>
          <p:nvPr/>
        </p:nvCxnSpPr>
        <p:spPr>
          <a:xfrm flipH="1">
            <a:off x="2999353" y="6510343"/>
            <a:ext cx="1171527" cy="0"/>
          </a:xfrm>
          <a:prstGeom prst="line">
            <a:avLst/>
          </a:prstGeom>
          <a:ln w="9525">
            <a:solidFill>
              <a:schemeClr val="bg2"/>
            </a:solidFill>
          </a:ln>
        </p:spPr>
        <p:style>
          <a:lnRef idx="2">
            <a:schemeClr val="dk1"/>
          </a:lnRef>
          <a:fillRef idx="0">
            <a:schemeClr val="dk1"/>
          </a:fillRef>
          <a:effectRef idx="1">
            <a:schemeClr val="dk1"/>
          </a:effectRef>
          <a:fontRef idx="minor">
            <a:schemeClr val="tx1"/>
          </a:fontRef>
        </p:style>
      </p:cxnSp>
      <p:sp>
        <p:nvSpPr>
          <p:cNvPr id="33" name="Elipse 32">
            <a:extLst>
              <a:ext uri="{FF2B5EF4-FFF2-40B4-BE49-F238E27FC236}">
                <a16:creationId xmlns:a16="http://schemas.microsoft.com/office/drawing/2014/main" id="{A0B6AF1D-B402-8266-D4D2-37130522255F}"/>
              </a:ext>
            </a:extLst>
          </p:cNvPr>
          <p:cNvSpPr/>
          <p:nvPr/>
        </p:nvSpPr>
        <p:spPr>
          <a:xfrm>
            <a:off x="4167829" y="6492508"/>
            <a:ext cx="45719" cy="45719"/>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5" name="Conector reto 34">
            <a:extLst>
              <a:ext uri="{FF2B5EF4-FFF2-40B4-BE49-F238E27FC236}">
                <a16:creationId xmlns:a16="http://schemas.microsoft.com/office/drawing/2014/main" id="{B6E9B533-4B5C-CF8A-FAEB-0B746BB2E674}"/>
              </a:ext>
            </a:extLst>
          </p:cNvPr>
          <p:cNvCxnSpPr>
            <a:cxnSpLocks/>
          </p:cNvCxnSpPr>
          <p:nvPr/>
        </p:nvCxnSpPr>
        <p:spPr>
          <a:xfrm flipH="1">
            <a:off x="2769483" y="6510343"/>
            <a:ext cx="229870" cy="166682"/>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
        <p:nvSpPr>
          <p:cNvPr id="42" name="Espaço Reservado para Conteúdo 2">
            <a:extLst>
              <a:ext uri="{FF2B5EF4-FFF2-40B4-BE49-F238E27FC236}">
                <a16:creationId xmlns:a16="http://schemas.microsoft.com/office/drawing/2014/main" id="{908B1F13-C2C4-B495-21EA-E898CBB45698}"/>
              </a:ext>
            </a:extLst>
          </p:cNvPr>
          <p:cNvSpPr>
            <a:spLocks noGrp="1"/>
          </p:cNvSpPr>
          <p:nvPr>
            <p:ph sz="half" idx="10"/>
          </p:nvPr>
        </p:nvSpPr>
        <p:spPr>
          <a:xfrm>
            <a:off x="6157364" y="2187147"/>
            <a:ext cx="4587240" cy="3901123"/>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Título 1">
            <a:extLst>
              <a:ext uri="{FF2B5EF4-FFF2-40B4-BE49-F238E27FC236}">
                <a16:creationId xmlns:a16="http://schemas.microsoft.com/office/drawing/2014/main" id="{78459091-7D1F-518F-BCDD-90DD233087D9}"/>
              </a:ext>
            </a:extLst>
          </p:cNvPr>
          <p:cNvSpPr>
            <a:spLocks noGrp="1"/>
          </p:cNvSpPr>
          <p:nvPr>
            <p:ph type="title"/>
          </p:nvPr>
        </p:nvSpPr>
        <p:spPr>
          <a:xfrm>
            <a:off x="416689" y="598577"/>
            <a:ext cx="11101234" cy="1325563"/>
          </a:xfrm>
        </p:spPr>
        <p:txBody>
          <a:bodyPr/>
          <a:lstStyle>
            <a:lvl1pPr>
              <a:defRPr>
                <a:solidFill>
                  <a:schemeClr val="tx1"/>
                </a:solidFill>
                <a:latin typeface="Tw Cen MT" panose="020B0602020104020603" pitchFamily="34" charset="0"/>
                <a:cs typeface="Segoe UI" panose="020B0502040204020203" pitchFamily="34" charset="0"/>
              </a:defRPr>
            </a:lvl1pPr>
          </a:lstStyle>
          <a:p>
            <a:r>
              <a:rPr lang="pt-BR"/>
              <a:t>Clique para editar o título Mestre</a:t>
            </a:r>
          </a:p>
        </p:txBody>
      </p:sp>
    </p:spTree>
    <p:extLst>
      <p:ext uri="{BB962C8B-B14F-4D97-AF65-F5344CB8AC3E}">
        <p14:creationId xmlns:p14="http://schemas.microsoft.com/office/powerpoint/2010/main" val="3461549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ção">
    <p:bg>
      <p:bgPr>
        <a:solidFill>
          <a:srgbClr val="F5F1E6"/>
        </a:solidFill>
        <a:effectLst/>
      </p:bgPr>
    </p:bg>
    <p:spTree>
      <p:nvGrpSpPr>
        <p:cNvPr id="1" name=""/>
        <p:cNvGrpSpPr/>
        <p:nvPr/>
      </p:nvGrpSpPr>
      <p:grpSpPr>
        <a:xfrm>
          <a:off x="0" y="0"/>
          <a:ext cx="0" cy="0"/>
          <a:chOff x="0" y="0"/>
          <a:chExt cx="0" cy="0"/>
        </a:xfrm>
      </p:grpSpPr>
      <p:grpSp>
        <p:nvGrpSpPr>
          <p:cNvPr id="15" name="Agrupar 14">
            <a:extLst>
              <a:ext uri="{FF2B5EF4-FFF2-40B4-BE49-F238E27FC236}">
                <a16:creationId xmlns:a16="http://schemas.microsoft.com/office/drawing/2014/main" id="{DDD5F190-2147-A049-EE12-0B7F965A4399}"/>
              </a:ext>
            </a:extLst>
          </p:cNvPr>
          <p:cNvGrpSpPr/>
          <p:nvPr/>
        </p:nvGrpSpPr>
        <p:grpSpPr>
          <a:xfrm>
            <a:off x="295877" y="1275239"/>
            <a:ext cx="863343" cy="1635759"/>
            <a:chOff x="9493538" y="4530363"/>
            <a:chExt cx="897429" cy="879837"/>
          </a:xfrm>
          <a:solidFill>
            <a:schemeClr val="accent3">
              <a:lumMod val="75000"/>
              <a:alpha val="7000"/>
            </a:schemeClr>
          </a:solidFill>
        </p:grpSpPr>
        <p:sp>
          <p:nvSpPr>
            <p:cNvPr id="16" name="Elipse 15">
              <a:extLst>
                <a:ext uri="{FF2B5EF4-FFF2-40B4-BE49-F238E27FC236}">
                  <a16:creationId xmlns:a16="http://schemas.microsoft.com/office/drawing/2014/main" id="{CB7B5276-AF22-DAF7-8736-487DA8F53336}"/>
                </a:ext>
              </a:extLst>
            </p:cNvPr>
            <p:cNvSpPr/>
            <p:nvPr/>
          </p:nvSpPr>
          <p:spPr>
            <a:xfrm>
              <a:off x="949353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Elipse 16">
              <a:extLst>
                <a:ext uri="{FF2B5EF4-FFF2-40B4-BE49-F238E27FC236}">
                  <a16:creationId xmlns:a16="http://schemas.microsoft.com/office/drawing/2014/main" id="{04CFF096-2AD5-30EB-4CBC-2FB9A7D5AAFE}"/>
                </a:ext>
              </a:extLst>
            </p:cNvPr>
            <p:cNvSpPr/>
            <p:nvPr/>
          </p:nvSpPr>
          <p:spPr>
            <a:xfrm>
              <a:off x="974499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Elipse 17">
              <a:extLst>
                <a:ext uri="{FF2B5EF4-FFF2-40B4-BE49-F238E27FC236}">
                  <a16:creationId xmlns:a16="http://schemas.microsoft.com/office/drawing/2014/main" id="{9ACAE578-3992-F8C0-8F3A-9E724565F962}"/>
                </a:ext>
              </a:extLst>
            </p:cNvPr>
            <p:cNvSpPr/>
            <p:nvPr/>
          </p:nvSpPr>
          <p:spPr>
            <a:xfrm>
              <a:off x="999645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Elipse 18">
              <a:extLst>
                <a:ext uri="{FF2B5EF4-FFF2-40B4-BE49-F238E27FC236}">
                  <a16:creationId xmlns:a16="http://schemas.microsoft.com/office/drawing/2014/main" id="{9869DF8B-7790-3E16-9C3F-2BCEE22235FB}"/>
                </a:ext>
              </a:extLst>
            </p:cNvPr>
            <p:cNvSpPr/>
            <p:nvPr/>
          </p:nvSpPr>
          <p:spPr>
            <a:xfrm>
              <a:off x="1024791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Elipse 19">
              <a:extLst>
                <a:ext uri="{FF2B5EF4-FFF2-40B4-BE49-F238E27FC236}">
                  <a16:creationId xmlns:a16="http://schemas.microsoft.com/office/drawing/2014/main" id="{4142843D-CB43-C808-9FE1-CB3BE7CBBC6B}"/>
                </a:ext>
              </a:extLst>
            </p:cNvPr>
            <p:cNvSpPr/>
            <p:nvPr/>
          </p:nvSpPr>
          <p:spPr>
            <a:xfrm>
              <a:off x="949353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Elipse 20">
              <a:extLst>
                <a:ext uri="{FF2B5EF4-FFF2-40B4-BE49-F238E27FC236}">
                  <a16:creationId xmlns:a16="http://schemas.microsoft.com/office/drawing/2014/main" id="{88683A07-1A22-FF65-B430-A53D0AACFB77}"/>
                </a:ext>
              </a:extLst>
            </p:cNvPr>
            <p:cNvSpPr/>
            <p:nvPr/>
          </p:nvSpPr>
          <p:spPr>
            <a:xfrm>
              <a:off x="974499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Elipse 21">
              <a:extLst>
                <a:ext uri="{FF2B5EF4-FFF2-40B4-BE49-F238E27FC236}">
                  <a16:creationId xmlns:a16="http://schemas.microsoft.com/office/drawing/2014/main" id="{F3FD77C4-BB11-5CDC-A958-7014E796F9B2}"/>
                </a:ext>
              </a:extLst>
            </p:cNvPr>
            <p:cNvSpPr/>
            <p:nvPr/>
          </p:nvSpPr>
          <p:spPr>
            <a:xfrm>
              <a:off x="999645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Elipse 22">
              <a:extLst>
                <a:ext uri="{FF2B5EF4-FFF2-40B4-BE49-F238E27FC236}">
                  <a16:creationId xmlns:a16="http://schemas.microsoft.com/office/drawing/2014/main" id="{017C53C0-7964-B110-DB86-61BE79F650A9}"/>
                </a:ext>
              </a:extLst>
            </p:cNvPr>
            <p:cNvSpPr/>
            <p:nvPr/>
          </p:nvSpPr>
          <p:spPr>
            <a:xfrm>
              <a:off x="1024791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Elipse 23">
              <a:extLst>
                <a:ext uri="{FF2B5EF4-FFF2-40B4-BE49-F238E27FC236}">
                  <a16:creationId xmlns:a16="http://schemas.microsoft.com/office/drawing/2014/main" id="{4D634268-6926-824F-8CF5-959B2909EF18}"/>
                </a:ext>
              </a:extLst>
            </p:cNvPr>
            <p:cNvSpPr/>
            <p:nvPr/>
          </p:nvSpPr>
          <p:spPr>
            <a:xfrm>
              <a:off x="949353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Elipse 24">
              <a:extLst>
                <a:ext uri="{FF2B5EF4-FFF2-40B4-BE49-F238E27FC236}">
                  <a16:creationId xmlns:a16="http://schemas.microsoft.com/office/drawing/2014/main" id="{BC937445-C04A-32C9-AE80-E0672A672D8C}"/>
                </a:ext>
              </a:extLst>
            </p:cNvPr>
            <p:cNvSpPr/>
            <p:nvPr/>
          </p:nvSpPr>
          <p:spPr>
            <a:xfrm>
              <a:off x="974499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Elipse 25">
              <a:extLst>
                <a:ext uri="{FF2B5EF4-FFF2-40B4-BE49-F238E27FC236}">
                  <a16:creationId xmlns:a16="http://schemas.microsoft.com/office/drawing/2014/main" id="{5E14A575-115E-AEA1-6CAE-534FFDD577EA}"/>
                </a:ext>
              </a:extLst>
            </p:cNvPr>
            <p:cNvSpPr/>
            <p:nvPr/>
          </p:nvSpPr>
          <p:spPr>
            <a:xfrm>
              <a:off x="999645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Elipse 26">
              <a:extLst>
                <a:ext uri="{FF2B5EF4-FFF2-40B4-BE49-F238E27FC236}">
                  <a16:creationId xmlns:a16="http://schemas.microsoft.com/office/drawing/2014/main" id="{F50556B8-0E46-B4F0-ED67-18AC9850A5C7}"/>
                </a:ext>
              </a:extLst>
            </p:cNvPr>
            <p:cNvSpPr/>
            <p:nvPr/>
          </p:nvSpPr>
          <p:spPr>
            <a:xfrm>
              <a:off x="1024791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Elipse 27">
              <a:extLst>
                <a:ext uri="{FF2B5EF4-FFF2-40B4-BE49-F238E27FC236}">
                  <a16:creationId xmlns:a16="http://schemas.microsoft.com/office/drawing/2014/main" id="{9215FE8D-ECC7-C889-875B-C5F61B790622}"/>
                </a:ext>
              </a:extLst>
            </p:cNvPr>
            <p:cNvSpPr/>
            <p:nvPr/>
          </p:nvSpPr>
          <p:spPr>
            <a:xfrm>
              <a:off x="949353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Elipse 28">
              <a:extLst>
                <a:ext uri="{FF2B5EF4-FFF2-40B4-BE49-F238E27FC236}">
                  <a16:creationId xmlns:a16="http://schemas.microsoft.com/office/drawing/2014/main" id="{0D476A37-6BD4-3749-B8CB-5E358EE9DFA4}"/>
                </a:ext>
              </a:extLst>
            </p:cNvPr>
            <p:cNvSpPr/>
            <p:nvPr/>
          </p:nvSpPr>
          <p:spPr>
            <a:xfrm>
              <a:off x="974499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Elipse 29">
              <a:extLst>
                <a:ext uri="{FF2B5EF4-FFF2-40B4-BE49-F238E27FC236}">
                  <a16:creationId xmlns:a16="http://schemas.microsoft.com/office/drawing/2014/main" id="{4BBECD43-D344-CE70-13B7-D8EF7A63D3C9}"/>
                </a:ext>
              </a:extLst>
            </p:cNvPr>
            <p:cNvSpPr/>
            <p:nvPr/>
          </p:nvSpPr>
          <p:spPr>
            <a:xfrm>
              <a:off x="999645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Elipse 30">
              <a:extLst>
                <a:ext uri="{FF2B5EF4-FFF2-40B4-BE49-F238E27FC236}">
                  <a16:creationId xmlns:a16="http://schemas.microsoft.com/office/drawing/2014/main" id="{B1205025-6A4C-0D65-B8DA-21105E2CF614}"/>
                </a:ext>
              </a:extLst>
            </p:cNvPr>
            <p:cNvSpPr/>
            <p:nvPr/>
          </p:nvSpPr>
          <p:spPr>
            <a:xfrm>
              <a:off x="1024791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ítulo 1">
            <a:extLst>
              <a:ext uri="{FF2B5EF4-FFF2-40B4-BE49-F238E27FC236}">
                <a16:creationId xmlns:a16="http://schemas.microsoft.com/office/drawing/2014/main" id="{F275C6B5-29B5-D4CB-DD71-E999E88360C8}"/>
              </a:ext>
            </a:extLst>
          </p:cNvPr>
          <p:cNvSpPr>
            <a:spLocks noGrp="1"/>
          </p:cNvSpPr>
          <p:nvPr>
            <p:ph type="title"/>
          </p:nvPr>
        </p:nvSpPr>
        <p:spPr>
          <a:xfrm>
            <a:off x="839788" y="355600"/>
            <a:ext cx="10515600" cy="1325563"/>
          </a:xfrm>
        </p:spPr>
        <p:txBody>
          <a:bodyPr/>
          <a:lstStyle>
            <a:lvl1pPr>
              <a:defRPr>
                <a:latin typeface="Tw Cen MT" panose="020B0602020104020603" pitchFamily="34" charset="0"/>
              </a:defRPr>
            </a:lvl1pPr>
          </a:lstStyle>
          <a:p>
            <a:r>
              <a:rPr lang="pt-BR"/>
              <a:t>Clique para editar o título Mestre</a:t>
            </a:r>
          </a:p>
        </p:txBody>
      </p:sp>
      <p:sp>
        <p:nvSpPr>
          <p:cNvPr id="3" name="Espaço Reservado para Texto 2">
            <a:extLst>
              <a:ext uri="{FF2B5EF4-FFF2-40B4-BE49-F238E27FC236}">
                <a16:creationId xmlns:a16="http://schemas.microsoft.com/office/drawing/2014/main" id="{7DA7E927-6622-9185-CDF5-CAF54791D751}"/>
              </a:ext>
            </a:extLst>
          </p:cNvPr>
          <p:cNvSpPr>
            <a:spLocks noGrp="1"/>
          </p:cNvSpPr>
          <p:nvPr>
            <p:ph type="body" idx="1"/>
          </p:nvPr>
        </p:nvSpPr>
        <p:spPr>
          <a:xfrm>
            <a:off x="839788" y="1681163"/>
            <a:ext cx="5157787" cy="823912"/>
          </a:xfrm>
        </p:spPr>
        <p:txBody>
          <a:bodyPr anchor="b"/>
          <a:lstStyle>
            <a:lvl1pPr marL="0" indent="0">
              <a:buNone/>
              <a:defRPr sz="2400" b="1">
                <a:latin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ED85BBD5-7B2D-2F85-9348-2E8865230EC3}"/>
              </a:ext>
            </a:extLst>
          </p:cNvPr>
          <p:cNvSpPr>
            <a:spLocks noGrp="1"/>
          </p:cNvSpPr>
          <p:nvPr>
            <p:ph sz="half" idx="2"/>
          </p:nvPr>
        </p:nvSpPr>
        <p:spPr>
          <a:xfrm>
            <a:off x="839788" y="2505075"/>
            <a:ext cx="5157787" cy="3684588"/>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22430590-3652-2E2D-503B-B9B2B779DDB6}"/>
              </a:ext>
            </a:extLst>
          </p:cNvPr>
          <p:cNvSpPr>
            <a:spLocks noGrp="1"/>
          </p:cNvSpPr>
          <p:nvPr>
            <p:ph type="body" sz="quarter" idx="3"/>
          </p:nvPr>
        </p:nvSpPr>
        <p:spPr>
          <a:xfrm>
            <a:off x="6172200" y="1681163"/>
            <a:ext cx="5183188" cy="823912"/>
          </a:xfrm>
        </p:spPr>
        <p:txBody>
          <a:bodyPr anchor="b"/>
          <a:lstStyle>
            <a:lvl1pPr marL="0" indent="0">
              <a:buNone/>
              <a:defRPr sz="2400" b="1">
                <a:latin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A4DE5502-7DC1-0721-585C-41DE93272D1B}"/>
              </a:ext>
            </a:extLst>
          </p:cNvPr>
          <p:cNvSpPr>
            <a:spLocks noGrp="1"/>
          </p:cNvSpPr>
          <p:nvPr>
            <p:ph sz="quarter" idx="4"/>
          </p:nvPr>
        </p:nvSpPr>
        <p:spPr>
          <a:xfrm>
            <a:off x="6172200" y="2505075"/>
            <a:ext cx="5183188" cy="3684588"/>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12" name="Triângulo Retângulo 11">
            <a:extLst>
              <a:ext uri="{FF2B5EF4-FFF2-40B4-BE49-F238E27FC236}">
                <a16:creationId xmlns:a16="http://schemas.microsoft.com/office/drawing/2014/main" id="{E3D02DE5-9099-974D-3027-801B915D17EE}"/>
              </a:ext>
            </a:extLst>
          </p:cNvPr>
          <p:cNvSpPr/>
          <p:nvPr/>
        </p:nvSpPr>
        <p:spPr>
          <a:xfrm rot="10800000">
            <a:off x="9001128" y="26194"/>
            <a:ext cx="3190872" cy="2486027"/>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9">
            <a:extLst>
              <a:ext uri="{FF2B5EF4-FFF2-40B4-BE49-F238E27FC236}">
                <a16:creationId xmlns:a16="http://schemas.microsoft.com/office/drawing/2014/main" id="{DECFDEAB-1FEE-0DAE-598A-9F6464B68AB7}"/>
              </a:ext>
            </a:extLst>
          </p:cNvPr>
          <p:cNvSpPr/>
          <p:nvPr/>
        </p:nvSpPr>
        <p:spPr>
          <a:xfrm rot="10800000">
            <a:off x="-2" y="5679440"/>
            <a:ext cx="4053841" cy="1178560"/>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Lst>
            <a:ahLst/>
            <a:cxnLst>
              <a:cxn ang="0">
                <a:pos x="csX0" y="csY0"/>
              </a:cxn>
              <a:cxn ang="0">
                <a:pos x="csX1" y="csY1"/>
              </a:cxn>
              <a:cxn ang="0">
                <a:pos x="csX2" y="csY2"/>
              </a:cxn>
              <a:cxn ang="0">
                <a:pos x="csX3" y="csY3"/>
              </a:cxn>
              <a:cxn ang="0">
                <a:pos x="csX4" y="csY4"/>
              </a:cxn>
            </a:cxnLst>
            <a:rect l="l" t="t" r="r" b="b"/>
            <a:pathLst>
              <a:path w="3195629" h="742186">
                <a:moveTo>
                  <a:pt x="0" y="0"/>
                </a:moveTo>
                <a:lnTo>
                  <a:pt x="3195629" y="0"/>
                </a:lnTo>
                <a:lnTo>
                  <a:pt x="3195629" y="732661"/>
                </a:lnTo>
                <a:lnTo>
                  <a:pt x="752475" y="742186"/>
                </a:lnTo>
                <a:lnTo>
                  <a:pt x="0" y="0"/>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4" name="Imagem 13">
            <a:extLst>
              <a:ext uri="{FF2B5EF4-FFF2-40B4-BE49-F238E27FC236}">
                <a16:creationId xmlns:a16="http://schemas.microsoft.com/office/drawing/2014/main" id="{E4F3B9B2-266A-6EEA-7C0D-B10458D20728}"/>
              </a:ext>
            </a:extLst>
          </p:cNvPr>
          <p:cNvPicPr>
            <a:picLocks noChangeAspect="1"/>
          </p:cNvPicPr>
          <p:nvPr userDrawn="1"/>
        </p:nvPicPr>
        <p:blipFill>
          <a:blip r:embed="rId2">
            <a:extLst>
              <a:ext uri="{28A0092B-C50C-407E-A947-70E740481C1C}">
                <a14:useLocalDpi xmlns:a14="http://schemas.microsoft.com/office/drawing/2010/main" val="0"/>
              </a:ext>
            </a:extLst>
          </a:blip>
          <a:srcRect l="17905" t="32346" r="18879" b="31406"/>
          <a:stretch>
            <a:fillRect/>
          </a:stretch>
        </p:blipFill>
        <p:spPr>
          <a:xfrm>
            <a:off x="9982201" y="6188215"/>
            <a:ext cx="1917098" cy="646670"/>
          </a:xfrm>
          <a:prstGeom prst="rect">
            <a:avLst/>
          </a:prstGeom>
        </p:spPr>
      </p:pic>
    </p:spTree>
    <p:extLst>
      <p:ext uri="{BB962C8B-B14F-4D97-AF65-F5344CB8AC3E}">
        <p14:creationId xmlns:p14="http://schemas.microsoft.com/office/powerpoint/2010/main" val="3335576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yout Personalizado">
    <p:spTree>
      <p:nvGrpSpPr>
        <p:cNvPr id="1" name=""/>
        <p:cNvGrpSpPr/>
        <p:nvPr/>
      </p:nvGrpSpPr>
      <p:grpSpPr>
        <a:xfrm>
          <a:off x="0" y="0"/>
          <a:ext cx="0" cy="0"/>
          <a:chOff x="0" y="0"/>
          <a:chExt cx="0" cy="0"/>
        </a:xfrm>
      </p:grpSpPr>
      <p:sp>
        <p:nvSpPr>
          <p:cNvPr id="15" name="Retângulo 7">
            <a:extLst>
              <a:ext uri="{FF2B5EF4-FFF2-40B4-BE49-F238E27FC236}">
                <a16:creationId xmlns:a16="http://schemas.microsoft.com/office/drawing/2014/main" id="{16A6225C-86AE-496E-A0EB-B22A1DCB47BD}"/>
              </a:ext>
            </a:extLst>
          </p:cNvPr>
          <p:cNvSpPr/>
          <p:nvPr/>
        </p:nvSpPr>
        <p:spPr>
          <a:xfrm rot="5400000" flipH="1">
            <a:off x="1437476" y="-1406031"/>
            <a:ext cx="291093" cy="3166059"/>
          </a:xfrm>
          <a:custGeom>
            <a:avLst/>
            <a:gdLst>
              <a:gd name="csX0" fmla="*/ 0 w 192686"/>
              <a:gd name="csY0" fmla="*/ 0 h 3688329"/>
              <a:gd name="csX1" fmla="*/ 192686 w 192686"/>
              <a:gd name="csY1" fmla="*/ 0 h 3688329"/>
              <a:gd name="csX2" fmla="*/ 192686 w 192686"/>
              <a:gd name="csY2" fmla="*/ 3688329 h 3688329"/>
              <a:gd name="csX3" fmla="*/ 0 w 192686"/>
              <a:gd name="csY3" fmla="*/ 3688329 h 3688329"/>
              <a:gd name="csX4" fmla="*/ 0 w 192686"/>
              <a:gd name="csY4" fmla="*/ 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0 w 196494"/>
              <a:gd name="csY0" fmla="*/ 541020 h 3688329"/>
              <a:gd name="csX1" fmla="*/ 196494 w 196494"/>
              <a:gd name="csY1" fmla="*/ 0 h 3688329"/>
              <a:gd name="csX2" fmla="*/ 196494 w 196494"/>
              <a:gd name="csY2" fmla="*/ 3688329 h 3688329"/>
              <a:gd name="csX3" fmla="*/ 3808 w 196494"/>
              <a:gd name="csY3" fmla="*/ 3688329 h 3688329"/>
              <a:gd name="csX4" fmla="*/ 0 w 196494"/>
              <a:gd name="csY4" fmla="*/ 541020 h 3688329"/>
              <a:gd name="csX0" fmla="*/ 371 w 193052"/>
              <a:gd name="csY0" fmla="*/ 842010 h 3688329"/>
              <a:gd name="csX1" fmla="*/ 193052 w 193052"/>
              <a:gd name="csY1" fmla="*/ 0 h 3688329"/>
              <a:gd name="csX2" fmla="*/ 193052 w 193052"/>
              <a:gd name="csY2" fmla="*/ 3688329 h 3688329"/>
              <a:gd name="csX3" fmla="*/ 366 w 193052"/>
              <a:gd name="csY3" fmla="*/ 3688329 h 3688329"/>
              <a:gd name="csX4" fmla="*/ 371 w 193052"/>
              <a:gd name="csY4" fmla="*/ 842010 h 3688329"/>
              <a:gd name="csX0" fmla="*/ 0 w 200299"/>
              <a:gd name="csY0" fmla="*/ 731520 h 3688329"/>
              <a:gd name="csX1" fmla="*/ 200299 w 200299"/>
              <a:gd name="csY1" fmla="*/ 0 h 3688329"/>
              <a:gd name="csX2" fmla="*/ 200299 w 200299"/>
              <a:gd name="csY2" fmla="*/ 3688329 h 3688329"/>
              <a:gd name="csX3" fmla="*/ 7613 w 200299"/>
              <a:gd name="csY3" fmla="*/ 3688329 h 3688329"/>
              <a:gd name="csX4" fmla="*/ 0 w 200299"/>
              <a:gd name="csY4" fmla="*/ 731520 h 3688329"/>
              <a:gd name="csX0" fmla="*/ 3989 w 192855"/>
              <a:gd name="csY0" fmla="*/ 346417 h 3688329"/>
              <a:gd name="csX1" fmla="*/ 192855 w 192855"/>
              <a:gd name="csY1" fmla="*/ 0 h 3688329"/>
              <a:gd name="csX2" fmla="*/ 192855 w 192855"/>
              <a:gd name="csY2" fmla="*/ 3688329 h 3688329"/>
              <a:gd name="csX3" fmla="*/ 169 w 192855"/>
              <a:gd name="csY3" fmla="*/ 3688329 h 3688329"/>
              <a:gd name="csX4" fmla="*/ 3989 w 192855"/>
              <a:gd name="csY4" fmla="*/ 346417 h 3688329"/>
              <a:gd name="csX0" fmla="*/ 3989 w 196668"/>
              <a:gd name="csY0" fmla="*/ 242570 h 3584482"/>
              <a:gd name="csX1" fmla="*/ 196668 w 196668"/>
              <a:gd name="csY1" fmla="*/ 0 h 3584482"/>
              <a:gd name="csX2" fmla="*/ 192855 w 196668"/>
              <a:gd name="csY2" fmla="*/ 3584482 h 3584482"/>
              <a:gd name="csX3" fmla="*/ 169 w 196668"/>
              <a:gd name="csY3" fmla="*/ 3584482 h 3584482"/>
              <a:gd name="csX4" fmla="*/ 3989 w 196668"/>
              <a:gd name="csY4" fmla="*/ 242570 h 3584482"/>
              <a:gd name="csX0" fmla="*/ 3989 w 192855"/>
              <a:gd name="csY0" fmla="*/ 91538 h 3433450"/>
              <a:gd name="csX1" fmla="*/ 188876 w 192855"/>
              <a:gd name="csY1" fmla="*/ 0 h 3433450"/>
              <a:gd name="csX2" fmla="*/ 192855 w 192855"/>
              <a:gd name="csY2" fmla="*/ 3433450 h 3433450"/>
              <a:gd name="csX3" fmla="*/ 169 w 192855"/>
              <a:gd name="csY3" fmla="*/ 3433450 h 3433450"/>
              <a:gd name="csX4" fmla="*/ 3989 w 192855"/>
              <a:gd name="csY4" fmla="*/ 91538 h 3433450"/>
              <a:gd name="csX0" fmla="*/ 3989 w 192855"/>
              <a:gd name="csY0" fmla="*/ 291972 h 3433450"/>
              <a:gd name="csX1" fmla="*/ 188876 w 192855"/>
              <a:gd name="csY1" fmla="*/ 0 h 3433450"/>
              <a:gd name="csX2" fmla="*/ 192855 w 192855"/>
              <a:gd name="csY2" fmla="*/ 3433450 h 3433450"/>
              <a:gd name="csX3" fmla="*/ 169 w 192855"/>
              <a:gd name="csY3" fmla="*/ 3433450 h 3433450"/>
              <a:gd name="csX4" fmla="*/ 3989 w 192855"/>
              <a:gd name="csY4" fmla="*/ 291972 h 3433450"/>
            </a:gdLst>
            <a:ahLst/>
            <a:cxnLst>
              <a:cxn ang="0">
                <a:pos x="csX0" y="csY0"/>
              </a:cxn>
              <a:cxn ang="0">
                <a:pos x="csX1" y="csY1"/>
              </a:cxn>
              <a:cxn ang="0">
                <a:pos x="csX2" y="csY2"/>
              </a:cxn>
              <a:cxn ang="0">
                <a:pos x="csX3" y="csY3"/>
              </a:cxn>
              <a:cxn ang="0">
                <a:pos x="csX4" y="csY4"/>
              </a:cxn>
            </a:cxnLst>
            <a:rect l="l" t="t" r="r" b="b"/>
            <a:pathLst>
              <a:path w="192855" h="3433450">
                <a:moveTo>
                  <a:pt x="3989" y="291972"/>
                </a:moveTo>
                <a:lnTo>
                  <a:pt x="188876" y="0"/>
                </a:lnTo>
                <a:cubicBezTo>
                  <a:pt x="190202" y="1144483"/>
                  <a:pt x="191529" y="2288967"/>
                  <a:pt x="192855" y="3433450"/>
                </a:cubicBezTo>
                <a:lnTo>
                  <a:pt x="169" y="3433450"/>
                </a:lnTo>
                <a:cubicBezTo>
                  <a:pt x="-1100" y="2384347"/>
                  <a:pt x="5258" y="1341075"/>
                  <a:pt x="3989" y="291972"/>
                </a:cubicBezTo>
                <a:close/>
              </a:path>
            </a:pathLst>
          </a:custGeom>
          <a:solidFill>
            <a:schemeClr val="tx1"/>
          </a:solidFill>
          <a:ln>
            <a:solidFill>
              <a:schemeClr val="tx1">
                <a:alpha val="99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Triângulo Retângulo 15">
            <a:extLst>
              <a:ext uri="{FF2B5EF4-FFF2-40B4-BE49-F238E27FC236}">
                <a16:creationId xmlns:a16="http://schemas.microsoft.com/office/drawing/2014/main" id="{6E28EAFD-56DD-2566-D632-5F9484CE1FC9}"/>
              </a:ext>
            </a:extLst>
          </p:cNvPr>
          <p:cNvSpPr/>
          <p:nvPr/>
        </p:nvSpPr>
        <p:spPr>
          <a:xfrm rot="5400000">
            <a:off x="77614" y="-46160"/>
            <a:ext cx="642440" cy="797669"/>
          </a:xfrm>
          <a:prstGeom prst="rtTriangle">
            <a:avLst/>
          </a:prstGeom>
          <a:solidFill>
            <a:schemeClr val="tx1"/>
          </a:solidFill>
          <a:ln>
            <a:solidFill>
              <a:schemeClr val="tx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reto 16">
            <a:extLst>
              <a:ext uri="{FF2B5EF4-FFF2-40B4-BE49-F238E27FC236}">
                <a16:creationId xmlns:a16="http://schemas.microsoft.com/office/drawing/2014/main" id="{C1718B02-39A0-3B38-7426-85F9F3D0CC94}"/>
              </a:ext>
            </a:extLst>
          </p:cNvPr>
          <p:cNvCxnSpPr>
            <a:cxnSpLocks/>
          </p:cNvCxnSpPr>
          <p:nvPr/>
        </p:nvCxnSpPr>
        <p:spPr>
          <a:xfrm flipV="1">
            <a:off x="209900" y="425681"/>
            <a:ext cx="301952" cy="243950"/>
          </a:xfrm>
          <a:prstGeom prst="line">
            <a:avLst/>
          </a:prstGeom>
          <a:ln w="9525">
            <a:solidFill>
              <a:schemeClr val="tx1">
                <a:alpha val="99000"/>
              </a:schemeClr>
            </a:solidFill>
          </a:ln>
        </p:spPr>
        <p:style>
          <a:lnRef idx="2">
            <a:schemeClr val="accent1"/>
          </a:lnRef>
          <a:fillRef idx="0">
            <a:schemeClr val="accent1"/>
          </a:fillRef>
          <a:effectRef idx="1">
            <a:schemeClr val="accent1"/>
          </a:effectRef>
          <a:fontRef idx="minor">
            <a:schemeClr val="tx1"/>
          </a:fontRef>
        </p:style>
      </p:cxnSp>
      <p:cxnSp>
        <p:nvCxnSpPr>
          <p:cNvPr id="18" name="Conector reto 17">
            <a:extLst>
              <a:ext uri="{FF2B5EF4-FFF2-40B4-BE49-F238E27FC236}">
                <a16:creationId xmlns:a16="http://schemas.microsoft.com/office/drawing/2014/main" id="{EBFC95D3-4D99-026D-4BA3-B67CCA0CEFD4}"/>
              </a:ext>
            </a:extLst>
          </p:cNvPr>
          <p:cNvCxnSpPr>
            <a:cxnSpLocks/>
          </p:cNvCxnSpPr>
          <p:nvPr/>
        </p:nvCxnSpPr>
        <p:spPr>
          <a:xfrm>
            <a:off x="511852" y="428254"/>
            <a:ext cx="2442118" cy="0"/>
          </a:xfrm>
          <a:prstGeom prst="line">
            <a:avLst/>
          </a:prstGeom>
          <a:ln w="9525">
            <a:solidFill>
              <a:schemeClr val="tx1">
                <a:alpha val="99000"/>
              </a:schemeClr>
            </a:solidFill>
          </a:ln>
        </p:spPr>
        <p:style>
          <a:lnRef idx="2">
            <a:schemeClr val="dk1"/>
          </a:lnRef>
          <a:fillRef idx="0">
            <a:schemeClr val="dk1"/>
          </a:fillRef>
          <a:effectRef idx="1">
            <a:schemeClr val="dk1"/>
          </a:effectRef>
          <a:fontRef idx="minor">
            <a:schemeClr val="tx1"/>
          </a:fontRef>
        </p:style>
      </p:cxnSp>
      <p:cxnSp>
        <p:nvCxnSpPr>
          <p:cNvPr id="19" name="Conector reto 18">
            <a:extLst>
              <a:ext uri="{FF2B5EF4-FFF2-40B4-BE49-F238E27FC236}">
                <a16:creationId xmlns:a16="http://schemas.microsoft.com/office/drawing/2014/main" id="{EB76612F-8689-E870-738B-252D5A4CC06A}"/>
              </a:ext>
            </a:extLst>
          </p:cNvPr>
          <p:cNvCxnSpPr>
            <a:cxnSpLocks/>
          </p:cNvCxnSpPr>
          <p:nvPr/>
        </p:nvCxnSpPr>
        <p:spPr>
          <a:xfrm>
            <a:off x="3203450" y="137160"/>
            <a:ext cx="792889" cy="0"/>
          </a:xfrm>
          <a:prstGeom prst="line">
            <a:avLst/>
          </a:prstGeom>
          <a:ln w="9525">
            <a:solidFill>
              <a:schemeClr val="tx1">
                <a:alpha val="99000"/>
              </a:schemeClr>
            </a:solidFill>
          </a:ln>
        </p:spPr>
        <p:style>
          <a:lnRef idx="2">
            <a:schemeClr val="dk1"/>
          </a:lnRef>
          <a:fillRef idx="0">
            <a:schemeClr val="dk1"/>
          </a:fillRef>
          <a:effectRef idx="1">
            <a:schemeClr val="dk1"/>
          </a:effectRef>
          <a:fontRef idx="minor">
            <a:schemeClr val="tx1"/>
          </a:fontRef>
        </p:style>
      </p:cxnSp>
      <p:sp>
        <p:nvSpPr>
          <p:cNvPr id="20" name="Elipse 19">
            <a:extLst>
              <a:ext uri="{FF2B5EF4-FFF2-40B4-BE49-F238E27FC236}">
                <a16:creationId xmlns:a16="http://schemas.microsoft.com/office/drawing/2014/main" id="{DB6320A4-77D3-ACD1-DA82-CE67E8EB4161}"/>
              </a:ext>
            </a:extLst>
          </p:cNvPr>
          <p:cNvSpPr/>
          <p:nvPr/>
        </p:nvSpPr>
        <p:spPr>
          <a:xfrm>
            <a:off x="187040" y="647172"/>
            <a:ext cx="45719" cy="45719"/>
          </a:xfrm>
          <a:prstGeom prst="ellipse">
            <a:avLst/>
          </a:prstGeom>
          <a:solidFill>
            <a:schemeClr val="tx1"/>
          </a:solidFill>
          <a:ln>
            <a:solidFill>
              <a:schemeClr val="tx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1" name="Conector reto 20">
            <a:extLst>
              <a:ext uri="{FF2B5EF4-FFF2-40B4-BE49-F238E27FC236}">
                <a16:creationId xmlns:a16="http://schemas.microsoft.com/office/drawing/2014/main" id="{CB313BEA-3AF8-B490-E057-D01344AEAE36}"/>
              </a:ext>
            </a:extLst>
          </p:cNvPr>
          <p:cNvCxnSpPr>
            <a:cxnSpLocks/>
          </p:cNvCxnSpPr>
          <p:nvPr/>
        </p:nvCxnSpPr>
        <p:spPr>
          <a:xfrm flipV="1">
            <a:off x="2953970" y="137160"/>
            <a:ext cx="253641" cy="291094"/>
          </a:xfrm>
          <a:prstGeom prst="line">
            <a:avLst/>
          </a:prstGeom>
          <a:ln w="9525">
            <a:solidFill>
              <a:schemeClr val="tx1">
                <a:alpha val="99000"/>
              </a:schemeClr>
            </a:solidFill>
          </a:ln>
        </p:spPr>
        <p:style>
          <a:lnRef idx="2">
            <a:schemeClr val="accent1"/>
          </a:lnRef>
          <a:fillRef idx="0">
            <a:schemeClr val="accent1"/>
          </a:fillRef>
          <a:effectRef idx="1">
            <a:schemeClr val="accent1"/>
          </a:effectRef>
          <a:fontRef idx="minor">
            <a:schemeClr val="tx1"/>
          </a:fontRef>
        </p:style>
      </p:cxnSp>
      <p:sp>
        <p:nvSpPr>
          <p:cNvPr id="22" name="Elipse 21">
            <a:extLst>
              <a:ext uri="{FF2B5EF4-FFF2-40B4-BE49-F238E27FC236}">
                <a16:creationId xmlns:a16="http://schemas.microsoft.com/office/drawing/2014/main" id="{B4788766-7E39-E79A-2A06-8E08A12F6483}"/>
              </a:ext>
            </a:extLst>
          </p:cNvPr>
          <p:cNvSpPr/>
          <p:nvPr/>
        </p:nvSpPr>
        <p:spPr>
          <a:xfrm>
            <a:off x="3973479" y="118544"/>
            <a:ext cx="45719" cy="45719"/>
          </a:xfrm>
          <a:prstGeom prst="ellipse">
            <a:avLst/>
          </a:prstGeom>
          <a:solidFill>
            <a:schemeClr val="tx1"/>
          </a:solidFill>
          <a:ln>
            <a:solidFill>
              <a:schemeClr val="tx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30">
            <a:extLst>
              <a:ext uri="{FF2B5EF4-FFF2-40B4-BE49-F238E27FC236}">
                <a16:creationId xmlns:a16="http://schemas.microsoft.com/office/drawing/2014/main" id="{325DB4BB-D953-857D-F6B5-C11BE74CFB9E}"/>
              </a:ext>
            </a:extLst>
          </p:cNvPr>
          <p:cNvSpPr/>
          <p:nvPr/>
        </p:nvSpPr>
        <p:spPr>
          <a:xfrm>
            <a:off x="1311101" y="6411595"/>
            <a:ext cx="10880900" cy="453514"/>
          </a:xfrm>
          <a:custGeom>
            <a:avLst/>
            <a:gdLst>
              <a:gd name="csX0" fmla="*/ 0 w 9570720"/>
              <a:gd name="csY0" fmla="*/ 0 h 443354"/>
              <a:gd name="csX1" fmla="*/ 9570720 w 9570720"/>
              <a:gd name="csY1" fmla="*/ 0 h 443354"/>
              <a:gd name="csX2" fmla="*/ 9570720 w 9570720"/>
              <a:gd name="csY2" fmla="*/ 443354 h 443354"/>
              <a:gd name="csX3" fmla="*/ 0 w 9570720"/>
              <a:gd name="csY3" fmla="*/ 443354 h 443354"/>
              <a:gd name="csX4" fmla="*/ 0 w 9570720"/>
              <a:gd name="csY4" fmla="*/ 0 h 443354"/>
              <a:gd name="csX0" fmla="*/ 650240 w 9570720"/>
              <a:gd name="csY0" fmla="*/ 0 h 453514"/>
              <a:gd name="csX1" fmla="*/ 9570720 w 9570720"/>
              <a:gd name="csY1" fmla="*/ 10160 h 453514"/>
              <a:gd name="csX2" fmla="*/ 9570720 w 9570720"/>
              <a:gd name="csY2" fmla="*/ 453514 h 453514"/>
              <a:gd name="csX3" fmla="*/ 0 w 9570720"/>
              <a:gd name="csY3" fmla="*/ 453514 h 453514"/>
              <a:gd name="csX4" fmla="*/ 650240 w 9570720"/>
              <a:gd name="csY4" fmla="*/ 0 h 453514"/>
            </a:gdLst>
            <a:ahLst/>
            <a:cxnLst>
              <a:cxn ang="0">
                <a:pos x="csX0" y="csY0"/>
              </a:cxn>
              <a:cxn ang="0">
                <a:pos x="csX1" y="csY1"/>
              </a:cxn>
              <a:cxn ang="0">
                <a:pos x="csX2" y="csY2"/>
              </a:cxn>
              <a:cxn ang="0">
                <a:pos x="csX3" y="csY3"/>
              </a:cxn>
              <a:cxn ang="0">
                <a:pos x="csX4" y="csY4"/>
              </a:cxn>
            </a:cxnLst>
            <a:rect l="l" t="t" r="r" b="b"/>
            <a:pathLst>
              <a:path w="9570720" h="453514">
                <a:moveTo>
                  <a:pt x="650240" y="0"/>
                </a:moveTo>
                <a:lnTo>
                  <a:pt x="9570720" y="10160"/>
                </a:lnTo>
                <a:lnTo>
                  <a:pt x="9570720" y="453514"/>
                </a:lnTo>
                <a:lnTo>
                  <a:pt x="0" y="453514"/>
                </a:lnTo>
                <a:lnTo>
                  <a:pt x="650240" y="0"/>
                </a:lnTo>
                <a:close/>
              </a:path>
            </a:pathLst>
          </a:cu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cxnSp>
        <p:nvCxnSpPr>
          <p:cNvPr id="24" name="Conector reto 23">
            <a:extLst>
              <a:ext uri="{FF2B5EF4-FFF2-40B4-BE49-F238E27FC236}">
                <a16:creationId xmlns:a16="http://schemas.microsoft.com/office/drawing/2014/main" id="{CE262862-3E05-4849-BCDA-09C91842FED3}"/>
              </a:ext>
            </a:extLst>
          </p:cNvPr>
          <p:cNvCxnSpPr>
            <a:cxnSpLocks/>
          </p:cNvCxnSpPr>
          <p:nvPr/>
        </p:nvCxnSpPr>
        <p:spPr>
          <a:xfrm flipH="1">
            <a:off x="2134293" y="6508904"/>
            <a:ext cx="1171527" cy="0"/>
          </a:xfrm>
          <a:prstGeom prst="line">
            <a:avLst/>
          </a:prstGeom>
          <a:ln w="9525">
            <a:solidFill>
              <a:schemeClr val="bg2"/>
            </a:solidFill>
          </a:ln>
        </p:spPr>
        <p:style>
          <a:lnRef idx="2">
            <a:schemeClr val="dk1"/>
          </a:lnRef>
          <a:fillRef idx="0">
            <a:schemeClr val="dk1"/>
          </a:fillRef>
          <a:effectRef idx="1">
            <a:schemeClr val="dk1"/>
          </a:effectRef>
          <a:fontRef idx="minor">
            <a:schemeClr val="tx1"/>
          </a:fontRef>
        </p:style>
      </p:cxnSp>
      <p:sp>
        <p:nvSpPr>
          <p:cNvPr id="25" name="Elipse 24">
            <a:extLst>
              <a:ext uri="{FF2B5EF4-FFF2-40B4-BE49-F238E27FC236}">
                <a16:creationId xmlns:a16="http://schemas.microsoft.com/office/drawing/2014/main" id="{1926E5B5-E7A2-2DB0-5585-701D071E2FAC}"/>
              </a:ext>
            </a:extLst>
          </p:cNvPr>
          <p:cNvSpPr/>
          <p:nvPr/>
        </p:nvSpPr>
        <p:spPr>
          <a:xfrm>
            <a:off x="3302769" y="6491069"/>
            <a:ext cx="45719" cy="45719"/>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6" name="Conector reto 25">
            <a:extLst>
              <a:ext uri="{FF2B5EF4-FFF2-40B4-BE49-F238E27FC236}">
                <a16:creationId xmlns:a16="http://schemas.microsoft.com/office/drawing/2014/main" id="{E2BADE55-39EE-F7D0-3ED5-6415F2374102}"/>
              </a:ext>
            </a:extLst>
          </p:cNvPr>
          <p:cNvCxnSpPr>
            <a:cxnSpLocks/>
          </p:cNvCxnSpPr>
          <p:nvPr/>
        </p:nvCxnSpPr>
        <p:spPr>
          <a:xfrm flipH="1">
            <a:off x="1889529" y="6503824"/>
            <a:ext cx="244764" cy="147283"/>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grpSp>
        <p:nvGrpSpPr>
          <p:cNvPr id="33" name="Agrupar 32">
            <a:extLst>
              <a:ext uri="{FF2B5EF4-FFF2-40B4-BE49-F238E27FC236}">
                <a16:creationId xmlns:a16="http://schemas.microsoft.com/office/drawing/2014/main" id="{25C1E619-B28A-4452-C779-6AC3C2AAEAA6}"/>
              </a:ext>
            </a:extLst>
          </p:cNvPr>
          <p:cNvGrpSpPr/>
          <p:nvPr/>
        </p:nvGrpSpPr>
        <p:grpSpPr>
          <a:xfrm>
            <a:off x="9825921" y="1154670"/>
            <a:ext cx="1112155" cy="1422173"/>
            <a:chOff x="9493538" y="4530363"/>
            <a:chExt cx="897429" cy="879837"/>
          </a:xfrm>
          <a:solidFill>
            <a:schemeClr val="accent3">
              <a:lumMod val="75000"/>
              <a:alpha val="7000"/>
            </a:schemeClr>
          </a:solidFill>
        </p:grpSpPr>
        <p:sp>
          <p:nvSpPr>
            <p:cNvPr id="34" name="Elipse 33">
              <a:extLst>
                <a:ext uri="{FF2B5EF4-FFF2-40B4-BE49-F238E27FC236}">
                  <a16:creationId xmlns:a16="http://schemas.microsoft.com/office/drawing/2014/main" id="{C3080F44-2C75-0726-F464-0B5F226E534C}"/>
                </a:ext>
              </a:extLst>
            </p:cNvPr>
            <p:cNvSpPr/>
            <p:nvPr/>
          </p:nvSpPr>
          <p:spPr>
            <a:xfrm>
              <a:off x="949353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Elipse 34">
              <a:extLst>
                <a:ext uri="{FF2B5EF4-FFF2-40B4-BE49-F238E27FC236}">
                  <a16:creationId xmlns:a16="http://schemas.microsoft.com/office/drawing/2014/main" id="{03073A70-642F-E5DC-BFF7-C146E42D6E8B}"/>
                </a:ext>
              </a:extLst>
            </p:cNvPr>
            <p:cNvSpPr/>
            <p:nvPr/>
          </p:nvSpPr>
          <p:spPr>
            <a:xfrm>
              <a:off x="9744998" y="5278199"/>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Elipse 35">
              <a:extLst>
                <a:ext uri="{FF2B5EF4-FFF2-40B4-BE49-F238E27FC236}">
                  <a16:creationId xmlns:a16="http://schemas.microsoft.com/office/drawing/2014/main" id="{7CBD4FBA-A067-AE84-5F97-32FF38A8083B}"/>
                </a:ext>
              </a:extLst>
            </p:cNvPr>
            <p:cNvSpPr/>
            <p:nvPr/>
          </p:nvSpPr>
          <p:spPr>
            <a:xfrm>
              <a:off x="999645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Elipse 36">
              <a:extLst>
                <a:ext uri="{FF2B5EF4-FFF2-40B4-BE49-F238E27FC236}">
                  <a16:creationId xmlns:a16="http://schemas.microsoft.com/office/drawing/2014/main" id="{B90E79BD-A9F5-0B2E-145D-A7E185B1D8D1}"/>
                </a:ext>
              </a:extLst>
            </p:cNvPr>
            <p:cNvSpPr/>
            <p:nvPr/>
          </p:nvSpPr>
          <p:spPr>
            <a:xfrm>
              <a:off x="10247918" y="5278198"/>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Elipse 37">
              <a:extLst>
                <a:ext uri="{FF2B5EF4-FFF2-40B4-BE49-F238E27FC236}">
                  <a16:creationId xmlns:a16="http://schemas.microsoft.com/office/drawing/2014/main" id="{6CBAE637-B868-F2CE-69D7-DC4460DAF191}"/>
                </a:ext>
              </a:extLst>
            </p:cNvPr>
            <p:cNvSpPr/>
            <p:nvPr/>
          </p:nvSpPr>
          <p:spPr>
            <a:xfrm>
              <a:off x="949353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Elipse 38">
              <a:extLst>
                <a:ext uri="{FF2B5EF4-FFF2-40B4-BE49-F238E27FC236}">
                  <a16:creationId xmlns:a16="http://schemas.microsoft.com/office/drawing/2014/main" id="{F01C5C7C-F07C-9940-C2A0-C97627BBB32D}"/>
                </a:ext>
              </a:extLst>
            </p:cNvPr>
            <p:cNvSpPr/>
            <p:nvPr/>
          </p:nvSpPr>
          <p:spPr>
            <a:xfrm>
              <a:off x="9744998" y="5028921"/>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B1F82540-17BD-427C-2F0F-3C5937E0FB25}"/>
                </a:ext>
              </a:extLst>
            </p:cNvPr>
            <p:cNvSpPr/>
            <p:nvPr/>
          </p:nvSpPr>
          <p:spPr>
            <a:xfrm>
              <a:off x="999645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Elipse 40">
              <a:extLst>
                <a:ext uri="{FF2B5EF4-FFF2-40B4-BE49-F238E27FC236}">
                  <a16:creationId xmlns:a16="http://schemas.microsoft.com/office/drawing/2014/main" id="{536F158F-B6DC-B821-EA18-0BD9309C5BF8}"/>
                </a:ext>
              </a:extLst>
            </p:cNvPr>
            <p:cNvSpPr/>
            <p:nvPr/>
          </p:nvSpPr>
          <p:spPr>
            <a:xfrm>
              <a:off x="10247918" y="5028920"/>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Elipse 41">
              <a:extLst>
                <a:ext uri="{FF2B5EF4-FFF2-40B4-BE49-F238E27FC236}">
                  <a16:creationId xmlns:a16="http://schemas.microsoft.com/office/drawing/2014/main" id="{A9B7F6CA-1021-909E-309B-1AEA1B2E7FDA}"/>
                </a:ext>
              </a:extLst>
            </p:cNvPr>
            <p:cNvSpPr/>
            <p:nvPr/>
          </p:nvSpPr>
          <p:spPr>
            <a:xfrm>
              <a:off x="949353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Elipse 42">
              <a:extLst>
                <a:ext uri="{FF2B5EF4-FFF2-40B4-BE49-F238E27FC236}">
                  <a16:creationId xmlns:a16="http://schemas.microsoft.com/office/drawing/2014/main" id="{0635EE1D-3FC2-7870-AC5B-8CCB5883DEC5}"/>
                </a:ext>
              </a:extLst>
            </p:cNvPr>
            <p:cNvSpPr/>
            <p:nvPr/>
          </p:nvSpPr>
          <p:spPr>
            <a:xfrm>
              <a:off x="9744998" y="477964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Elipse 43">
              <a:extLst>
                <a:ext uri="{FF2B5EF4-FFF2-40B4-BE49-F238E27FC236}">
                  <a16:creationId xmlns:a16="http://schemas.microsoft.com/office/drawing/2014/main" id="{5F76A867-C24F-6207-B008-E9775BF723F3}"/>
                </a:ext>
              </a:extLst>
            </p:cNvPr>
            <p:cNvSpPr/>
            <p:nvPr/>
          </p:nvSpPr>
          <p:spPr>
            <a:xfrm>
              <a:off x="999645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Elipse 44">
              <a:extLst>
                <a:ext uri="{FF2B5EF4-FFF2-40B4-BE49-F238E27FC236}">
                  <a16:creationId xmlns:a16="http://schemas.microsoft.com/office/drawing/2014/main" id="{15881CE3-4364-642D-5228-7239A86E16D7}"/>
                </a:ext>
              </a:extLst>
            </p:cNvPr>
            <p:cNvSpPr/>
            <p:nvPr/>
          </p:nvSpPr>
          <p:spPr>
            <a:xfrm>
              <a:off x="10247918" y="4779642"/>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Elipse 45">
              <a:extLst>
                <a:ext uri="{FF2B5EF4-FFF2-40B4-BE49-F238E27FC236}">
                  <a16:creationId xmlns:a16="http://schemas.microsoft.com/office/drawing/2014/main" id="{ED3B02CD-3DC6-DB6A-0C38-1FC9BD234E05}"/>
                </a:ext>
              </a:extLst>
            </p:cNvPr>
            <p:cNvSpPr/>
            <p:nvPr/>
          </p:nvSpPr>
          <p:spPr>
            <a:xfrm>
              <a:off x="949353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Elipse 46">
              <a:extLst>
                <a:ext uri="{FF2B5EF4-FFF2-40B4-BE49-F238E27FC236}">
                  <a16:creationId xmlns:a16="http://schemas.microsoft.com/office/drawing/2014/main" id="{18C30AF9-6AA1-17BA-E191-135FB26366F0}"/>
                </a:ext>
              </a:extLst>
            </p:cNvPr>
            <p:cNvSpPr/>
            <p:nvPr/>
          </p:nvSpPr>
          <p:spPr>
            <a:xfrm>
              <a:off x="9744998" y="4530364"/>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334FA667-C191-F2AD-E89C-452B3AF80ED2}"/>
                </a:ext>
              </a:extLst>
            </p:cNvPr>
            <p:cNvSpPr/>
            <p:nvPr/>
          </p:nvSpPr>
          <p:spPr>
            <a:xfrm>
              <a:off x="999645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Elipse 48">
              <a:extLst>
                <a:ext uri="{FF2B5EF4-FFF2-40B4-BE49-F238E27FC236}">
                  <a16:creationId xmlns:a16="http://schemas.microsoft.com/office/drawing/2014/main" id="{2E701C7F-86E0-41CB-7B2E-CA79C0B8DED6}"/>
                </a:ext>
              </a:extLst>
            </p:cNvPr>
            <p:cNvSpPr/>
            <p:nvPr/>
          </p:nvSpPr>
          <p:spPr>
            <a:xfrm>
              <a:off x="10247918" y="4530363"/>
              <a:ext cx="143049" cy="13200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50" name="Triângulo Retângulo 49">
            <a:extLst>
              <a:ext uri="{FF2B5EF4-FFF2-40B4-BE49-F238E27FC236}">
                <a16:creationId xmlns:a16="http://schemas.microsoft.com/office/drawing/2014/main" id="{97A4EB6A-FFD9-DE5E-B577-9D31FC924F1B}"/>
              </a:ext>
            </a:extLst>
          </p:cNvPr>
          <p:cNvSpPr/>
          <p:nvPr/>
        </p:nvSpPr>
        <p:spPr>
          <a:xfrm rot="10800000">
            <a:off x="8345424" y="44231"/>
            <a:ext cx="3843690" cy="3085048"/>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1" name="Retângulo 9">
            <a:extLst>
              <a:ext uri="{FF2B5EF4-FFF2-40B4-BE49-F238E27FC236}">
                <a16:creationId xmlns:a16="http://schemas.microsoft.com/office/drawing/2014/main" id="{9299F3A4-8A12-DA90-F28C-6ECB2D09FB83}"/>
              </a:ext>
            </a:extLst>
          </p:cNvPr>
          <p:cNvSpPr/>
          <p:nvPr/>
        </p:nvSpPr>
        <p:spPr>
          <a:xfrm rot="2521543">
            <a:off x="-1070028" y="5425309"/>
            <a:ext cx="3472648" cy="1768659"/>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36973 w 3195629"/>
              <a:gd name="csY1" fmla="*/ 1478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42367 w 3195629"/>
              <a:gd name="csY1" fmla="*/ 23712 h 742186"/>
              <a:gd name="csX2" fmla="*/ 3195629 w 3195629"/>
              <a:gd name="csY2" fmla="*/ 732661 h 742186"/>
              <a:gd name="csX3" fmla="*/ 752475 w 3195629"/>
              <a:gd name="csY3" fmla="*/ 742186 h 742186"/>
              <a:gd name="csX4" fmla="*/ 0 w 3195629"/>
              <a:gd name="csY4" fmla="*/ 0 h 742186"/>
              <a:gd name="csX0" fmla="*/ 0 w 3195629"/>
              <a:gd name="csY0" fmla="*/ 0 h 742186"/>
              <a:gd name="csX1" fmla="*/ 2763951 w 3195629"/>
              <a:gd name="csY1" fmla="*/ 20741 h 742186"/>
              <a:gd name="csX2" fmla="*/ 3195629 w 3195629"/>
              <a:gd name="csY2" fmla="*/ 732661 h 742186"/>
              <a:gd name="csX3" fmla="*/ 752475 w 3195629"/>
              <a:gd name="csY3" fmla="*/ 742186 h 742186"/>
              <a:gd name="csX4" fmla="*/ 0 w 3195629"/>
              <a:gd name="csY4" fmla="*/ 0 h 742186"/>
              <a:gd name="csX0" fmla="*/ 0 w 3420683"/>
              <a:gd name="csY0" fmla="*/ 57078 h 721445"/>
              <a:gd name="csX1" fmla="*/ 2989005 w 3420683"/>
              <a:gd name="csY1" fmla="*/ 0 h 721445"/>
              <a:gd name="csX2" fmla="*/ 3420683 w 3420683"/>
              <a:gd name="csY2" fmla="*/ 711920 h 721445"/>
              <a:gd name="csX3" fmla="*/ 977529 w 3420683"/>
              <a:gd name="csY3" fmla="*/ 721445 h 721445"/>
              <a:gd name="csX4" fmla="*/ 0 w 3420683"/>
              <a:gd name="csY4" fmla="*/ 57078 h 721445"/>
              <a:gd name="csX0" fmla="*/ 0 w 3605387"/>
              <a:gd name="csY0" fmla="*/ 57078 h 721445"/>
              <a:gd name="csX1" fmla="*/ 2989005 w 3605387"/>
              <a:gd name="csY1" fmla="*/ 0 h 721445"/>
              <a:gd name="csX2" fmla="*/ 3605387 w 3605387"/>
              <a:gd name="csY2" fmla="*/ 579331 h 721445"/>
              <a:gd name="csX3" fmla="*/ 977529 w 3605387"/>
              <a:gd name="csY3" fmla="*/ 721445 h 721445"/>
              <a:gd name="csX4" fmla="*/ 0 w 3605387"/>
              <a:gd name="csY4" fmla="*/ 57078 h 721445"/>
              <a:gd name="csX0" fmla="*/ 0 w 3655973"/>
              <a:gd name="csY0" fmla="*/ 57078 h 721445"/>
              <a:gd name="csX1" fmla="*/ 2989005 w 3655973"/>
              <a:gd name="csY1" fmla="*/ 0 h 721445"/>
              <a:gd name="csX2" fmla="*/ 3655973 w 3655973"/>
              <a:gd name="csY2" fmla="*/ 601384 h 721445"/>
              <a:gd name="csX3" fmla="*/ 977529 w 3655973"/>
              <a:gd name="csY3" fmla="*/ 721445 h 721445"/>
              <a:gd name="csX4" fmla="*/ 0 w 3655973"/>
              <a:gd name="csY4" fmla="*/ 57078 h 721445"/>
              <a:gd name="csX0" fmla="*/ 0 w 3695447"/>
              <a:gd name="csY0" fmla="*/ 76567 h 721445"/>
              <a:gd name="csX1" fmla="*/ 3028479 w 3695447"/>
              <a:gd name="csY1" fmla="*/ 0 h 721445"/>
              <a:gd name="csX2" fmla="*/ 3695447 w 3695447"/>
              <a:gd name="csY2" fmla="*/ 601384 h 721445"/>
              <a:gd name="csX3" fmla="*/ 1017003 w 3695447"/>
              <a:gd name="csY3" fmla="*/ 721445 h 721445"/>
              <a:gd name="csX4" fmla="*/ 0 w 3695447"/>
              <a:gd name="csY4" fmla="*/ 76567 h 721445"/>
              <a:gd name="csX0" fmla="*/ 0 w 3028479"/>
              <a:gd name="csY0" fmla="*/ 76567 h 1383400"/>
              <a:gd name="csX1" fmla="*/ 3028479 w 3028479"/>
              <a:gd name="csY1" fmla="*/ 0 h 1383400"/>
              <a:gd name="csX2" fmla="*/ 2567946 w 3028479"/>
              <a:gd name="csY2" fmla="*/ 1383400 h 1383400"/>
              <a:gd name="csX3" fmla="*/ 1017003 w 3028479"/>
              <a:gd name="csY3" fmla="*/ 721445 h 1383400"/>
              <a:gd name="csX4" fmla="*/ 0 w 3028479"/>
              <a:gd name="csY4" fmla="*/ 76567 h 1383400"/>
              <a:gd name="csX0" fmla="*/ 0 w 3516706"/>
              <a:gd name="csY0" fmla="*/ 0 h 1306833"/>
              <a:gd name="csX1" fmla="*/ 3516706 w 3516706"/>
              <a:gd name="csY1" fmla="*/ 327695 h 1306833"/>
              <a:gd name="csX2" fmla="*/ 2567946 w 3516706"/>
              <a:gd name="csY2" fmla="*/ 1306833 h 1306833"/>
              <a:gd name="csX3" fmla="*/ 1017003 w 3516706"/>
              <a:gd name="csY3" fmla="*/ 644878 h 1306833"/>
              <a:gd name="csX4" fmla="*/ 0 w 3516706"/>
              <a:gd name="csY4" fmla="*/ 0 h 1306833"/>
              <a:gd name="csX0" fmla="*/ 0 w 2851713"/>
              <a:gd name="csY0" fmla="*/ 0 h 1077546"/>
              <a:gd name="csX1" fmla="*/ 2851713 w 2851713"/>
              <a:gd name="csY1" fmla="*/ 98408 h 1077546"/>
              <a:gd name="csX2" fmla="*/ 1902953 w 2851713"/>
              <a:gd name="csY2" fmla="*/ 1077546 h 1077546"/>
              <a:gd name="csX3" fmla="*/ 352010 w 2851713"/>
              <a:gd name="csY3" fmla="*/ 415591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652072 w 2851713"/>
              <a:gd name="csY3" fmla="*/ 849858 h 1077546"/>
              <a:gd name="csX4" fmla="*/ 0 w 2851713"/>
              <a:gd name="csY4" fmla="*/ 0 h 1077546"/>
              <a:gd name="csX0" fmla="*/ 0 w 2851713"/>
              <a:gd name="csY0" fmla="*/ 0 h 1077546"/>
              <a:gd name="csX1" fmla="*/ 2851713 w 2851713"/>
              <a:gd name="csY1" fmla="*/ 98408 h 1077546"/>
              <a:gd name="csX2" fmla="*/ 1902953 w 2851713"/>
              <a:gd name="csY2" fmla="*/ 1077546 h 1077546"/>
              <a:gd name="csX3" fmla="*/ 778863 w 2851713"/>
              <a:gd name="csY3" fmla="*/ 985216 h 1077546"/>
              <a:gd name="csX4" fmla="*/ 0 w 2851713"/>
              <a:gd name="csY4" fmla="*/ 0 h 1077546"/>
              <a:gd name="csX0" fmla="*/ 0 w 2651141"/>
              <a:gd name="csY0" fmla="*/ 187821 h 1265367"/>
              <a:gd name="csX1" fmla="*/ 2651141 w 2651141"/>
              <a:gd name="csY1" fmla="*/ 0 h 1265367"/>
              <a:gd name="csX2" fmla="*/ 1902953 w 2651141"/>
              <a:gd name="csY2" fmla="*/ 1265367 h 1265367"/>
              <a:gd name="csX3" fmla="*/ 778863 w 2651141"/>
              <a:gd name="csY3" fmla="*/ 1173037 h 1265367"/>
              <a:gd name="csX4" fmla="*/ 0 w 2651141"/>
              <a:gd name="csY4" fmla="*/ 187821 h 1265367"/>
              <a:gd name="csX0" fmla="*/ 0 w 2651141"/>
              <a:gd name="csY0" fmla="*/ 187821 h 1206406"/>
              <a:gd name="csX1" fmla="*/ 2651141 w 2651141"/>
              <a:gd name="csY1" fmla="*/ 0 h 1206406"/>
              <a:gd name="csX2" fmla="*/ 1871704 w 2651141"/>
              <a:gd name="csY2" fmla="*/ 1206406 h 1206406"/>
              <a:gd name="csX3" fmla="*/ 778863 w 2651141"/>
              <a:gd name="csY3" fmla="*/ 1173037 h 1206406"/>
              <a:gd name="csX4" fmla="*/ 0 w 2651141"/>
              <a:gd name="csY4" fmla="*/ 187821 h 1206406"/>
              <a:gd name="csX0" fmla="*/ 0 w 2406428"/>
              <a:gd name="csY0" fmla="*/ 0 h 1215518"/>
              <a:gd name="csX1" fmla="*/ 2406428 w 2406428"/>
              <a:gd name="csY1" fmla="*/ 9112 h 1215518"/>
              <a:gd name="csX2" fmla="*/ 1626991 w 2406428"/>
              <a:gd name="csY2" fmla="*/ 1215518 h 1215518"/>
              <a:gd name="csX3" fmla="*/ 534150 w 2406428"/>
              <a:gd name="csY3" fmla="*/ 1182149 h 1215518"/>
              <a:gd name="csX4" fmla="*/ 0 w 2406428"/>
              <a:gd name="csY4" fmla="*/ 0 h 1215518"/>
              <a:gd name="csX0" fmla="*/ 0 w 2406428"/>
              <a:gd name="csY0" fmla="*/ 0 h 1215518"/>
              <a:gd name="csX1" fmla="*/ 2406428 w 2406428"/>
              <a:gd name="csY1" fmla="*/ 9112 h 1215518"/>
              <a:gd name="csX2" fmla="*/ 1626991 w 2406428"/>
              <a:gd name="csY2" fmla="*/ 1215518 h 1215518"/>
              <a:gd name="csX3" fmla="*/ 611250 w 2406428"/>
              <a:gd name="csY3" fmla="*/ 1182716 h 1215518"/>
              <a:gd name="csX4" fmla="*/ 0 w 2406428"/>
              <a:gd name="csY4" fmla="*/ 0 h 1215518"/>
              <a:gd name="csX0" fmla="*/ 0 w 2406428"/>
              <a:gd name="csY0" fmla="*/ 0 h 1182716"/>
              <a:gd name="csX1" fmla="*/ 2406428 w 2406428"/>
              <a:gd name="csY1" fmla="*/ 9112 h 1182716"/>
              <a:gd name="csX2" fmla="*/ 1155618 w 2406428"/>
              <a:gd name="csY2" fmla="*/ 958441 h 1182716"/>
              <a:gd name="csX3" fmla="*/ 611250 w 2406428"/>
              <a:gd name="csY3" fmla="*/ 1182716 h 1182716"/>
              <a:gd name="csX4" fmla="*/ 0 w 2406428"/>
              <a:gd name="csY4" fmla="*/ 0 h 1182716"/>
              <a:gd name="csX0" fmla="*/ 0 w 1772672"/>
              <a:gd name="csY0" fmla="*/ 0 h 1182716"/>
              <a:gd name="csX1" fmla="*/ 1772672 w 1772672"/>
              <a:gd name="csY1" fmla="*/ 18686 h 1182716"/>
              <a:gd name="csX2" fmla="*/ 1155618 w 1772672"/>
              <a:gd name="csY2" fmla="*/ 958441 h 1182716"/>
              <a:gd name="csX3" fmla="*/ 611250 w 1772672"/>
              <a:gd name="csY3" fmla="*/ 1182716 h 1182716"/>
              <a:gd name="csX4" fmla="*/ 0 w 1772672"/>
              <a:gd name="csY4" fmla="*/ 0 h 1182716"/>
              <a:gd name="csX0" fmla="*/ 0 w 1772672"/>
              <a:gd name="csY0" fmla="*/ 0 h 958441"/>
              <a:gd name="csX1" fmla="*/ 1772672 w 1772672"/>
              <a:gd name="csY1" fmla="*/ 18686 h 958441"/>
              <a:gd name="csX2" fmla="*/ 1155618 w 1772672"/>
              <a:gd name="csY2" fmla="*/ 958441 h 958441"/>
              <a:gd name="csX3" fmla="*/ 476410 w 1772672"/>
              <a:gd name="csY3" fmla="*/ 908539 h 958441"/>
              <a:gd name="csX4" fmla="*/ 0 w 1772672"/>
              <a:gd name="csY4" fmla="*/ 0 h 958441"/>
              <a:gd name="csX0" fmla="*/ 0 w 1772672"/>
              <a:gd name="csY0" fmla="*/ 0 h 932844"/>
              <a:gd name="csX1" fmla="*/ 1772672 w 1772672"/>
              <a:gd name="csY1" fmla="*/ 18686 h 932844"/>
              <a:gd name="csX2" fmla="*/ 1183942 w 1772672"/>
              <a:gd name="csY2" fmla="*/ 932844 h 932844"/>
              <a:gd name="csX3" fmla="*/ 476410 w 1772672"/>
              <a:gd name="csY3" fmla="*/ 908539 h 932844"/>
              <a:gd name="csX4" fmla="*/ 0 w 1772672"/>
              <a:gd name="csY4" fmla="*/ 0 h 932844"/>
              <a:gd name="csX0" fmla="*/ 0 w 1772672"/>
              <a:gd name="csY0" fmla="*/ 0 h 932844"/>
              <a:gd name="csX1" fmla="*/ 1772672 w 1772672"/>
              <a:gd name="csY1" fmla="*/ 18686 h 932844"/>
              <a:gd name="csX2" fmla="*/ 1183942 w 1772672"/>
              <a:gd name="csY2" fmla="*/ 932844 h 932844"/>
              <a:gd name="csX3" fmla="*/ 826143 w 1772672"/>
              <a:gd name="csY3" fmla="*/ 773152 h 932844"/>
              <a:gd name="csX4" fmla="*/ 0 w 1772672"/>
              <a:gd name="csY4" fmla="*/ 0 h 932844"/>
              <a:gd name="csX0" fmla="*/ 0 w 1772672"/>
              <a:gd name="csY0" fmla="*/ 0 h 773152"/>
              <a:gd name="csX1" fmla="*/ 1772672 w 1772672"/>
              <a:gd name="csY1" fmla="*/ 18686 h 773152"/>
              <a:gd name="csX2" fmla="*/ 1044895 w 1772672"/>
              <a:gd name="csY2" fmla="*/ 591743 h 773152"/>
              <a:gd name="csX3" fmla="*/ 826143 w 1772672"/>
              <a:gd name="csY3" fmla="*/ 773152 h 773152"/>
              <a:gd name="csX4" fmla="*/ 0 w 1772672"/>
              <a:gd name="csY4" fmla="*/ 0 h 773152"/>
            </a:gdLst>
            <a:ahLst/>
            <a:cxnLst>
              <a:cxn ang="0">
                <a:pos x="csX0" y="csY0"/>
              </a:cxn>
              <a:cxn ang="0">
                <a:pos x="csX1" y="csY1"/>
              </a:cxn>
              <a:cxn ang="0">
                <a:pos x="csX2" y="csY2"/>
              </a:cxn>
              <a:cxn ang="0">
                <a:pos x="csX3" y="csY3"/>
              </a:cxn>
              <a:cxn ang="0">
                <a:pos x="csX4" y="csY4"/>
              </a:cxn>
            </a:cxnLst>
            <a:rect l="l" t="t" r="r" b="b"/>
            <a:pathLst>
              <a:path w="1772672" h="773152">
                <a:moveTo>
                  <a:pt x="0" y="0"/>
                </a:moveTo>
                <a:lnTo>
                  <a:pt x="1772672" y="18686"/>
                </a:lnTo>
                <a:lnTo>
                  <a:pt x="1044895" y="591743"/>
                </a:lnTo>
                <a:lnTo>
                  <a:pt x="826143" y="773152"/>
                </a:lnTo>
                <a:lnTo>
                  <a:pt x="0" y="0"/>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607265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1_Imagem com Legenda">
    <p:bg>
      <p:bgPr>
        <a:solidFill>
          <a:srgbClr val="F5F1E6"/>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F24253-D344-22E0-C97B-E78641990C26}"/>
              </a:ext>
            </a:extLst>
          </p:cNvPr>
          <p:cNvSpPr>
            <a:spLocks noGrp="1"/>
          </p:cNvSpPr>
          <p:nvPr>
            <p:ph type="title"/>
          </p:nvPr>
        </p:nvSpPr>
        <p:spPr>
          <a:xfrm>
            <a:off x="839788" y="581025"/>
            <a:ext cx="3932237" cy="1600200"/>
          </a:xfrm>
        </p:spPr>
        <p:txBody>
          <a:bodyPr anchor="b"/>
          <a:lstStyle>
            <a:lvl1pPr>
              <a:defRPr sz="3200">
                <a:latin typeface="Tw Cen MT" panose="020B0602020104020603" pitchFamily="34" charset="0"/>
              </a:defRPr>
            </a:lvl1pPr>
          </a:lstStyle>
          <a:p>
            <a:r>
              <a:rPr lang="pt-BR"/>
              <a:t>Clique para editar o título Mestre</a:t>
            </a:r>
          </a:p>
        </p:txBody>
      </p:sp>
      <p:sp>
        <p:nvSpPr>
          <p:cNvPr id="3" name="Espaço Reservado para Imagem 2">
            <a:extLst>
              <a:ext uri="{FF2B5EF4-FFF2-40B4-BE49-F238E27FC236}">
                <a16:creationId xmlns:a16="http://schemas.microsoft.com/office/drawing/2014/main" id="{1D34291C-739E-C559-19D0-2D1BC42037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C69372B5-8A0D-313C-65A1-B99D3F3F1E2A}"/>
              </a:ext>
            </a:extLst>
          </p:cNvPr>
          <p:cNvSpPr>
            <a:spLocks noGrp="1"/>
          </p:cNvSpPr>
          <p:nvPr>
            <p:ph type="body" sz="half" idx="2"/>
          </p:nvPr>
        </p:nvSpPr>
        <p:spPr>
          <a:xfrm>
            <a:off x="839788" y="2209800"/>
            <a:ext cx="3932237" cy="3811588"/>
          </a:xfrm>
        </p:spPr>
        <p:txBody>
          <a:bodyPr/>
          <a:lstStyle>
            <a:lvl1pPr marL="0" indent="0">
              <a:buNone/>
              <a:defRPr sz="1600">
                <a:latin typeface="Segoe UI" panose="020B0502040204020203" pitchFamily="34" charset="0"/>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pic>
        <p:nvPicPr>
          <p:cNvPr id="5" name="Imagem 4">
            <a:extLst>
              <a:ext uri="{FF2B5EF4-FFF2-40B4-BE49-F238E27FC236}">
                <a16:creationId xmlns:a16="http://schemas.microsoft.com/office/drawing/2014/main" id="{6BE238E0-4F0D-F6DA-FA9C-63FF0D086F6F}"/>
              </a:ext>
            </a:extLst>
          </p:cNvPr>
          <p:cNvPicPr>
            <a:picLocks noChangeAspect="1"/>
          </p:cNvPicPr>
          <p:nvPr userDrawn="1"/>
        </p:nvPicPr>
        <p:blipFill>
          <a:blip r:embed="rId2">
            <a:extLst>
              <a:ext uri="{28A0092B-C50C-407E-A947-70E740481C1C}">
                <a14:useLocalDpi xmlns:a14="http://schemas.microsoft.com/office/drawing/2010/main" val="0"/>
              </a:ext>
            </a:extLst>
          </a:blip>
          <a:srcRect l="17905" t="32346" r="18879" b="31406"/>
          <a:stretch>
            <a:fillRect/>
          </a:stretch>
        </p:blipFill>
        <p:spPr>
          <a:xfrm>
            <a:off x="159306" y="6319776"/>
            <a:ext cx="1595603" cy="538224"/>
          </a:xfrm>
          <a:prstGeom prst="rect">
            <a:avLst/>
          </a:prstGeom>
        </p:spPr>
      </p:pic>
      <p:sp>
        <p:nvSpPr>
          <p:cNvPr id="7" name="Retângulo: Cantos Superiores Arredondados 6">
            <a:extLst>
              <a:ext uri="{FF2B5EF4-FFF2-40B4-BE49-F238E27FC236}">
                <a16:creationId xmlns:a16="http://schemas.microsoft.com/office/drawing/2014/main" id="{F942AECB-ADE8-219B-1686-BA800320004B}"/>
              </a:ext>
            </a:extLst>
          </p:cNvPr>
          <p:cNvSpPr/>
          <p:nvPr userDrawn="1"/>
        </p:nvSpPr>
        <p:spPr>
          <a:xfrm rot="16200000">
            <a:off x="6797851" y="1463850"/>
            <a:ext cx="538223" cy="10250076"/>
          </a:xfrm>
          <a:prstGeom prst="round2SameRect">
            <a:avLst/>
          </a:prstGeom>
          <a:solidFill>
            <a:srgbClr val="152D6B"/>
          </a:solidFill>
          <a:ln>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9">
            <a:extLst>
              <a:ext uri="{FF2B5EF4-FFF2-40B4-BE49-F238E27FC236}">
                <a16:creationId xmlns:a16="http://schemas.microsoft.com/office/drawing/2014/main" id="{F3308162-EF19-B6D3-97AF-FA7542291968}"/>
              </a:ext>
            </a:extLst>
          </p:cNvPr>
          <p:cNvSpPr/>
          <p:nvPr userDrawn="1"/>
        </p:nvSpPr>
        <p:spPr>
          <a:xfrm rot="10800000">
            <a:off x="185556" y="5382497"/>
            <a:ext cx="3195629" cy="742186"/>
          </a:xfrm>
          <a:custGeom>
            <a:avLst/>
            <a:gdLst>
              <a:gd name="csX0" fmla="*/ 0 w 3195629"/>
              <a:gd name="csY0" fmla="*/ 0 h 732661"/>
              <a:gd name="csX1" fmla="*/ 3195629 w 3195629"/>
              <a:gd name="csY1" fmla="*/ 0 h 732661"/>
              <a:gd name="csX2" fmla="*/ 3195629 w 3195629"/>
              <a:gd name="csY2" fmla="*/ 732661 h 732661"/>
              <a:gd name="csX3" fmla="*/ 0 w 3195629"/>
              <a:gd name="csY3" fmla="*/ 732661 h 732661"/>
              <a:gd name="csX4" fmla="*/ 0 w 3195629"/>
              <a:gd name="csY4" fmla="*/ 0 h 732661"/>
              <a:gd name="csX0" fmla="*/ 0 w 3195629"/>
              <a:gd name="csY0" fmla="*/ 0 h 742186"/>
              <a:gd name="csX1" fmla="*/ 3195629 w 3195629"/>
              <a:gd name="csY1" fmla="*/ 0 h 742186"/>
              <a:gd name="csX2" fmla="*/ 3195629 w 3195629"/>
              <a:gd name="csY2" fmla="*/ 732661 h 742186"/>
              <a:gd name="csX3" fmla="*/ 752475 w 3195629"/>
              <a:gd name="csY3" fmla="*/ 742186 h 742186"/>
              <a:gd name="csX4" fmla="*/ 0 w 3195629"/>
              <a:gd name="csY4" fmla="*/ 0 h 742186"/>
            </a:gdLst>
            <a:ahLst/>
            <a:cxnLst>
              <a:cxn ang="0">
                <a:pos x="csX0" y="csY0"/>
              </a:cxn>
              <a:cxn ang="0">
                <a:pos x="csX1" y="csY1"/>
              </a:cxn>
              <a:cxn ang="0">
                <a:pos x="csX2" y="csY2"/>
              </a:cxn>
              <a:cxn ang="0">
                <a:pos x="csX3" y="csY3"/>
              </a:cxn>
              <a:cxn ang="0">
                <a:pos x="csX4" y="csY4"/>
              </a:cxn>
            </a:cxnLst>
            <a:rect l="l" t="t" r="r" b="b"/>
            <a:pathLst>
              <a:path w="3195629" h="742186">
                <a:moveTo>
                  <a:pt x="0" y="0"/>
                </a:moveTo>
                <a:lnTo>
                  <a:pt x="3195629" y="0"/>
                </a:lnTo>
                <a:lnTo>
                  <a:pt x="3195629" y="732661"/>
                </a:lnTo>
                <a:lnTo>
                  <a:pt x="752475" y="742186"/>
                </a:lnTo>
                <a:lnTo>
                  <a:pt x="0" y="0"/>
                </a:lnTo>
                <a:close/>
              </a:path>
            </a:pathLst>
          </a:custGeom>
          <a:solidFill>
            <a:schemeClr val="accent2">
              <a:alpha val="5000"/>
            </a:schemeClr>
          </a:solidFill>
          <a:ln>
            <a:solidFill>
              <a:schemeClr val="accent2">
                <a:alpha val="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riângulo Retângulo 8">
            <a:extLst>
              <a:ext uri="{FF2B5EF4-FFF2-40B4-BE49-F238E27FC236}">
                <a16:creationId xmlns:a16="http://schemas.microsoft.com/office/drawing/2014/main" id="{5A0B55F2-B387-232E-41B6-A3776A1CF6E9}"/>
              </a:ext>
            </a:extLst>
          </p:cNvPr>
          <p:cNvSpPr/>
          <p:nvPr userDrawn="1"/>
        </p:nvSpPr>
        <p:spPr>
          <a:xfrm rot="10800000">
            <a:off x="8767703" y="733315"/>
            <a:ext cx="3190872" cy="2486027"/>
          </a:xfrm>
          <a:prstGeom prst="rtTriangle">
            <a:avLst/>
          </a:prstGeom>
          <a:solidFill>
            <a:schemeClr val="accent1">
              <a:alpha val="5000"/>
            </a:schemeClr>
          </a:solidFill>
          <a:ln>
            <a:solidFill>
              <a:schemeClr val="accent1">
                <a:alpha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601132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Somente Títul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535299-0CC3-EEF1-212B-3A4D63A3899E}"/>
              </a:ext>
            </a:extLst>
          </p:cNvPr>
          <p:cNvSpPr>
            <a:spLocks noGrp="1"/>
          </p:cNvSpPr>
          <p:nvPr>
            <p:ph type="title"/>
          </p:nvPr>
        </p:nvSpPr>
        <p:spPr>
          <a:xfrm>
            <a:off x="710878" y="2575889"/>
            <a:ext cx="10515600" cy="1325563"/>
          </a:xfrm>
        </p:spPr>
        <p:txBody>
          <a:bodyPr/>
          <a:lstStyle>
            <a:lvl1pPr>
              <a:defRPr>
                <a:latin typeface="Tw Cen MT" panose="020B0602020104020603" pitchFamily="34" charset="0"/>
              </a:defRPr>
            </a:lvl1pPr>
          </a:lstStyle>
          <a:p>
            <a:r>
              <a:rPr lang="pt-BR"/>
              <a:t>Clique para editar o título Mestre</a:t>
            </a:r>
          </a:p>
        </p:txBody>
      </p:sp>
    </p:spTree>
    <p:extLst>
      <p:ext uri="{BB962C8B-B14F-4D97-AF65-F5344CB8AC3E}">
        <p14:creationId xmlns:p14="http://schemas.microsoft.com/office/powerpoint/2010/main" val="348763005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lide de Título">
    <p:bg>
      <p:bgRef idx="1001">
        <a:schemeClr val="bg1"/>
      </p:bgRef>
    </p:bg>
    <p:spTree>
      <p:nvGrpSpPr>
        <p:cNvPr id="1" name=""/>
        <p:cNvGrpSpPr/>
        <p:nvPr/>
      </p:nvGrpSpPr>
      <p:grpSpPr>
        <a:xfrm>
          <a:off x="0" y="0"/>
          <a:ext cx="0" cy="0"/>
          <a:chOff x="0" y="0"/>
          <a:chExt cx="0" cy="0"/>
        </a:xfrm>
      </p:grpSpPr>
      <p:sp>
        <p:nvSpPr>
          <p:cNvPr id="23" name="Retângulo 22">
            <a:extLst>
              <a:ext uri="{FF2B5EF4-FFF2-40B4-BE49-F238E27FC236}">
                <a16:creationId xmlns:a16="http://schemas.microsoft.com/office/drawing/2014/main" id="{53E52EC3-CC23-4B45-10EE-1502E7E35192}"/>
              </a:ext>
            </a:extLst>
          </p:cNvPr>
          <p:cNvSpPr/>
          <p:nvPr userDrawn="1"/>
        </p:nvSpPr>
        <p:spPr>
          <a:xfrm>
            <a:off x="364599" y="490851"/>
            <a:ext cx="11462800" cy="5933098"/>
          </a:xfrm>
          <a:prstGeom prst="rect">
            <a:avLst/>
          </a:prstGeom>
          <a:solidFill>
            <a:srgbClr val="F5F1E6"/>
          </a:solidFill>
          <a:ln>
            <a:solidFill>
              <a:srgbClr val="F5F1E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2" name="Imagem 21">
            <a:extLst>
              <a:ext uri="{FF2B5EF4-FFF2-40B4-BE49-F238E27FC236}">
                <a16:creationId xmlns:a16="http://schemas.microsoft.com/office/drawing/2014/main" id="{88430F60-E58C-E5B1-8BE8-06B96AF158D4}"/>
              </a:ext>
            </a:extLst>
          </p:cNvPr>
          <p:cNvPicPr>
            <a:picLocks noChangeAspect="1"/>
          </p:cNvPicPr>
          <p:nvPr userDrawn="1"/>
        </p:nvPicPr>
        <p:blipFill>
          <a:blip r:embed="rId2">
            <a:extLst>
              <a:ext uri="{28A0092B-C50C-407E-A947-70E740481C1C}">
                <a14:useLocalDpi xmlns:a14="http://schemas.microsoft.com/office/drawing/2010/main" val="0"/>
              </a:ext>
            </a:extLst>
          </a:blip>
          <a:srcRect l="19424" t="32346" r="18879" b="31406"/>
          <a:stretch>
            <a:fillRect/>
          </a:stretch>
        </p:blipFill>
        <p:spPr>
          <a:xfrm>
            <a:off x="3166052" y="2155941"/>
            <a:ext cx="5857967" cy="1986850"/>
          </a:xfrm>
          <a:prstGeom prst="rect">
            <a:avLst/>
          </a:prstGeom>
        </p:spPr>
      </p:pic>
      <p:sp>
        <p:nvSpPr>
          <p:cNvPr id="3" name="Subtítulo 2">
            <a:extLst>
              <a:ext uri="{FF2B5EF4-FFF2-40B4-BE49-F238E27FC236}">
                <a16:creationId xmlns:a16="http://schemas.microsoft.com/office/drawing/2014/main" id="{9D77E1C6-E630-ECC3-C4DD-3F1BEECF3F78}"/>
              </a:ext>
            </a:extLst>
          </p:cNvPr>
          <p:cNvSpPr>
            <a:spLocks noGrp="1"/>
          </p:cNvSpPr>
          <p:nvPr>
            <p:ph type="subTitle" idx="1" hasCustomPrompt="1"/>
          </p:nvPr>
        </p:nvSpPr>
        <p:spPr>
          <a:xfrm>
            <a:off x="2243560" y="4107149"/>
            <a:ext cx="7702952" cy="1023579"/>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aqui para editar o subtítulo</a:t>
            </a:r>
          </a:p>
        </p:txBody>
      </p:sp>
      <p:sp>
        <p:nvSpPr>
          <p:cNvPr id="33" name="Retângulo 32">
            <a:extLst>
              <a:ext uri="{FF2B5EF4-FFF2-40B4-BE49-F238E27FC236}">
                <a16:creationId xmlns:a16="http://schemas.microsoft.com/office/drawing/2014/main" id="{EFD718BB-D80D-98D2-0E6C-1351429EF8FA}"/>
              </a:ext>
            </a:extLst>
          </p:cNvPr>
          <p:cNvSpPr/>
          <p:nvPr userDrawn="1"/>
        </p:nvSpPr>
        <p:spPr>
          <a:xfrm>
            <a:off x="657225" y="748734"/>
            <a:ext cx="10858500" cy="5375841"/>
          </a:xfrm>
          <a:prstGeom prst="rect">
            <a:avLst/>
          </a:prstGeom>
          <a:solidFill>
            <a:schemeClr val="bg2">
              <a:alpha val="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031490355"/>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o e Título Vertical">
    <p:bg>
      <p:bgPr>
        <a:solidFill>
          <a:srgbClr val="F5F1E6"/>
        </a:solidFill>
        <a:effectLst/>
      </p:bgPr>
    </p:bg>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D91ECAF-82E0-BB45-B2B1-D93D70E88405}"/>
              </a:ext>
            </a:extLst>
          </p:cNvPr>
          <p:cNvSpPr>
            <a:spLocks noGrp="1"/>
          </p:cNvSpPr>
          <p:nvPr>
            <p:ph type="title" orient="vert"/>
          </p:nvPr>
        </p:nvSpPr>
        <p:spPr>
          <a:xfrm>
            <a:off x="8724900" y="365125"/>
            <a:ext cx="2628900" cy="5811838"/>
          </a:xfrm>
        </p:spPr>
        <p:txBody>
          <a:bodyPr vert="eaVert"/>
          <a:lstStyle>
            <a:lvl1pPr>
              <a:defRPr>
                <a:latin typeface="Tw Cen MT" panose="020B0602020104020603" pitchFamily="34" charset="0"/>
              </a:defRPr>
            </a:lvl1pPr>
          </a:lstStyle>
          <a:p>
            <a:r>
              <a:rPr lang="pt-BR"/>
              <a:t>Clique para editar o título Mestre</a:t>
            </a:r>
          </a:p>
        </p:txBody>
      </p:sp>
      <p:sp>
        <p:nvSpPr>
          <p:cNvPr id="3" name="Espaço Reservado para Texto Vertical 2">
            <a:extLst>
              <a:ext uri="{FF2B5EF4-FFF2-40B4-BE49-F238E27FC236}">
                <a16:creationId xmlns:a16="http://schemas.microsoft.com/office/drawing/2014/main" id="{934960C7-2714-3E6A-0CEA-DE98DEDC25C2}"/>
              </a:ext>
            </a:extLst>
          </p:cNvPr>
          <p:cNvSpPr>
            <a:spLocks noGrp="1"/>
          </p:cNvSpPr>
          <p:nvPr>
            <p:ph type="body" orient="vert" idx="1"/>
          </p:nvPr>
        </p:nvSpPr>
        <p:spPr>
          <a:xfrm>
            <a:off x="838200" y="365125"/>
            <a:ext cx="7734300" cy="5811838"/>
          </a:xfrm>
        </p:spPr>
        <p:txBody>
          <a:bodyPr vert="eaVert"/>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14" name="Retângulo: Cantos Superiores Arredondados 13">
            <a:extLst>
              <a:ext uri="{FF2B5EF4-FFF2-40B4-BE49-F238E27FC236}">
                <a16:creationId xmlns:a16="http://schemas.microsoft.com/office/drawing/2014/main" id="{CDA86A0B-A38D-CF31-1935-F2DC00AD42D5}"/>
              </a:ext>
            </a:extLst>
          </p:cNvPr>
          <p:cNvSpPr/>
          <p:nvPr userDrawn="1"/>
        </p:nvSpPr>
        <p:spPr>
          <a:xfrm>
            <a:off x="11506200" y="711200"/>
            <a:ext cx="685800" cy="6146800"/>
          </a:xfrm>
          <a:prstGeom prst="round2SameRect">
            <a:avLst/>
          </a:prstGeom>
          <a:solidFill>
            <a:srgbClr val="152D6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B15F2C4B-D42D-BC0B-6CEC-969EE1B0C909}"/>
              </a:ext>
            </a:extLst>
          </p:cNvPr>
          <p:cNvSpPr/>
          <p:nvPr userDrawn="1"/>
        </p:nvSpPr>
        <p:spPr>
          <a:xfrm>
            <a:off x="0" y="0"/>
            <a:ext cx="6858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047871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1E6"/>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4E531D9-7D63-CE02-A3D9-FCD1B83607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81AA6B8C-808B-230A-1208-4D57ADE02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9981DC0-9A83-37D7-4D27-FBFD3676A6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0E961B-9638-409D-8ECC-F209D9F680B2}" type="datetimeFigureOut">
              <a:rPr lang="pt-BR" smtClean="0"/>
              <a:t>10/05/2026</a:t>
            </a:fld>
            <a:endParaRPr lang="pt-BR"/>
          </a:p>
        </p:txBody>
      </p:sp>
      <p:sp>
        <p:nvSpPr>
          <p:cNvPr id="5" name="Espaço Reservado para Rodapé 4">
            <a:extLst>
              <a:ext uri="{FF2B5EF4-FFF2-40B4-BE49-F238E27FC236}">
                <a16:creationId xmlns:a16="http://schemas.microsoft.com/office/drawing/2014/main" id="{755DBCDC-B386-48BF-8245-7F171E75E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2D0C357-AC57-0555-A2E5-1A18CAD29E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A96466-DE73-4523-8CB3-3596736C7E85}" type="slidenum">
              <a:rPr lang="pt-BR" smtClean="0"/>
              <a:t>‹nº›</a:t>
            </a:fld>
            <a:endParaRPr lang="pt-BR"/>
          </a:p>
        </p:txBody>
      </p:sp>
    </p:spTree>
    <p:extLst>
      <p:ext uri="{BB962C8B-B14F-4D97-AF65-F5344CB8AC3E}">
        <p14:creationId xmlns:p14="http://schemas.microsoft.com/office/powerpoint/2010/main" val="116842515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0" r:id="rId8"/>
    <p:sldLayoutId id="2147483669" r:id="rId9"/>
    <p:sldLayoutId id="2147483649"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w Cen MT" panose="020B0602020104020603" pitchFamily="34" charset="0"/>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542B91CB-15B1-8934-6BD4-D52C09996532}"/>
              </a:ext>
            </a:extLst>
          </p:cNvPr>
          <p:cNvSpPr>
            <a:spLocks noGrp="1"/>
          </p:cNvSpPr>
          <p:nvPr>
            <p:ph type="subTitle" idx="1"/>
          </p:nvPr>
        </p:nvSpPr>
        <p:spPr>
          <a:xfrm>
            <a:off x="2348550" y="4101694"/>
            <a:ext cx="7702952" cy="1023579"/>
          </a:xfrm>
        </p:spPr>
        <p:txBody>
          <a:bodyPr vert="horz" lIns="91440" tIns="45720" rIns="91440" bIns="45720" rtlCol="0" anchor="t">
            <a:normAutofit/>
          </a:bodyPr>
          <a:lstStyle/>
          <a:p>
            <a:r>
              <a:rPr lang="pt-BR" b="1">
                <a:latin typeface="Segoe UI"/>
                <a:cs typeface="Segoe UI"/>
              </a:rPr>
              <a:t>TRANSFORMANDO </a:t>
            </a:r>
            <a:r>
              <a:rPr lang="pt-BR" b="1">
                <a:solidFill>
                  <a:schemeClr val="bg2"/>
                </a:solidFill>
                <a:latin typeface="Segoe UI"/>
                <a:cs typeface="Segoe UI"/>
              </a:rPr>
              <a:t>DESCARTE </a:t>
            </a:r>
            <a:r>
              <a:rPr lang="pt-BR" b="1">
                <a:latin typeface="Segoe UI"/>
                <a:cs typeface="Segoe UI"/>
              </a:rPr>
              <a:t>EM </a:t>
            </a:r>
            <a:r>
              <a:rPr lang="pt-BR" b="1">
                <a:solidFill>
                  <a:srgbClr val="2958D1"/>
                </a:solidFill>
                <a:latin typeface="Segoe UI"/>
                <a:cs typeface="Segoe UI"/>
              </a:rPr>
              <a:t>SOLUÇÃO</a:t>
            </a:r>
            <a:endParaRPr lang="pt-BR" b="1">
              <a:solidFill>
                <a:srgbClr val="2958D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0431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FF8A2B-B813-8344-D0C0-B90A3595B9B7}"/>
              </a:ext>
            </a:extLst>
          </p:cNvPr>
          <p:cNvSpPr>
            <a:spLocks noGrp="1"/>
          </p:cNvSpPr>
          <p:nvPr>
            <p:ph type="title"/>
          </p:nvPr>
        </p:nvSpPr>
        <p:spPr>
          <a:xfrm>
            <a:off x="416689" y="598577"/>
            <a:ext cx="11101234" cy="1325563"/>
          </a:xfrm>
        </p:spPr>
        <p:txBody>
          <a:bodyPr anchor="ctr">
            <a:normAutofit/>
          </a:bodyPr>
          <a:lstStyle/>
          <a:p>
            <a:r>
              <a:rPr lang="pt-BR"/>
              <a:t>INTEGRANTES</a:t>
            </a:r>
          </a:p>
        </p:txBody>
      </p:sp>
      <p:graphicFrame>
        <p:nvGraphicFramePr>
          <p:cNvPr id="5" name="Espaço Reservado para Conteúdo 2">
            <a:extLst>
              <a:ext uri="{FF2B5EF4-FFF2-40B4-BE49-F238E27FC236}">
                <a16:creationId xmlns:a16="http://schemas.microsoft.com/office/drawing/2014/main" id="{E366E010-E049-35A8-A930-D5D794C68179}"/>
              </a:ext>
            </a:extLst>
          </p:cNvPr>
          <p:cNvGraphicFramePr>
            <a:graphicFrameLocks noGrp="1"/>
          </p:cNvGraphicFramePr>
          <p:nvPr>
            <p:ph idx="1"/>
            <p:extLst>
              <p:ext uri="{D42A27DB-BD31-4B8C-83A1-F6EECF244321}">
                <p14:modId xmlns:p14="http://schemas.microsoft.com/office/powerpoint/2010/main" val="1673481455"/>
              </p:ext>
            </p:extLst>
          </p:nvPr>
        </p:nvGraphicFramePr>
        <p:xfrm>
          <a:off x="1582994" y="2203602"/>
          <a:ext cx="8593393" cy="34696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7134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831B2-12C0-C246-1717-1A6F8B6F2FBE}"/>
              </a:ext>
            </a:extLst>
          </p:cNvPr>
          <p:cNvSpPr>
            <a:spLocks noGrp="1"/>
          </p:cNvSpPr>
          <p:nvPr>
            <p:ph type="title"/>
          </p:nvPr>
        </p:nvSpPr>
        <p:spPr/>
        <p:txBody>
          <a:bodyPr/>
          <a:lstStyle/>
          <a:p>
            <a:r>
              <a:rPr lang="pt-BR"/>
              <a:t>MATRIZ CSD</a:t>
            </a:r>
          </a:p>
        </p:txBody>
      </p:sp>
    </p:spTree>
    <p:extLst>
      <p:ext uri="{BB962C8B-B14F-4D97-AF65-F5344CB8AC3E}">
        <p14:creationId xmlns:p14="http://schemas.microsoft.com/office/powerpoint/2010/main" val="554822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5" name="Tabela 4">
            <a:extLst>
              <a:ext uri="{FF2B5EF4-FFF2-40B4-BE49-F238E27FC236}">
                <a16:creationId xmlns:a16="http://schemas.microsoft.com/office/drawing/2014/main" id="{3A404CE2-28B8-7ABA-182A-3963D23BB2C3}"/>
              </a:ext>
            </a:extLst>
          </p:cNvPr>
          <p:cNvGraphicFramePr>
            <a:graphicFrameLocks noGrp="1"/>
          </p:cNvGraphicFramePr>
          <p:nvPr>
            <p:extLst>
              <p:ext uri="{D42A27DB-BD31-4B8C-83A1-F6EECF244321}">
                <p14:modId xmlns:p14="http://schemas.microsoft.com/office/powerpoint/2010/main" val="508274887"/>
              </p:ext>
            </p:extLst>
          </p:nvPr>
        </p:nvGraphicFramePr>
        <p:xfrm>
          <a:off x="1229032" y="484994"/>
          <a:ext cx="10109529" cy="5776398"/>
        </p:xfrm>
        <a:graphic>
          <a:graphicData uri="http://schemas.openxmlformats.org/drawingml/2006/table">
            <a:tbl>
              <a:tblPr firstRow="1" bandRow="1">
                <a:tableStyleId>{9D7B26C5-4107-4FEC-AEDC-1716B250A1EF}</a:tableStyleId>
              </a:tblPr>
              <a:tblGrid>
                <a:gridCol w="3397155">
                  <a:extLst>
                    <a:ext uri="{9D8B030D-6E8A-4147-A177-3AD203B41FA5}">
                      <a16:colId xmlns:a16="http://schemas.microsoft.com/office/drawing/2014/main" val="166001446"/>
                    </a:ext>
                  </a:extLst>
                </a:gridCol>
                <a:gridCol w="3356187">
                  <a:extLst>
                    <a:ext uri="{9D8B030D-6E8A-4147-A177-3AD203B41FA5}">
                      <a16:colId xmlns:a16="http://schemas.microsoft.com/office/drawing/2014/main" val="3191867520"/>
                    </a:ext>
                  </a:extLst>
                </a:gridCol>
                <a:gridCol w="3356187">
                  <a:extLst>
                    <a:ext uri="{9D8B030D-6E8A-4147-A177-3AD203B41FA5}">
                      <a16:colId xmlns:a16="http://schemas.microsoft.com/office/drawing/2014/main" val="3802261646"/>
                    </a:ext>
                  </a:extLst>
                </a:gridCol>
              </a:tblGrid>
              <a:tr h="370535">
                <a:tc>
                  <a:txBody>
                    <a:bodyPr/>
                    <a:lstStyle/>
                    <a:p>
                      <a:pPr algn="ctr"/>
                      <a:r>
                        <a:rPr lang="pt-BR">
                          <a:solidFill>
                            <a:schemeClr val="bg1"/>
                          </a:solidFill>
                          <a:latin typeface="Microsoft YaHei UI" panose="020B0503020204020204" pitchFamily="34" charset="-122"/>
                        </a:rPr>
                        <a:t>Certezas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a:solidFill>
                            <a:schemeClr val="bg1"/>
                          </a:solidFill>
                          <a:latin typeface="Microsoft YaHei UI" panose="020B0503020204020204" pitchFamily="34" charset="-122"/>
                        </a:rPr>
                        <a:t>Suposições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a:solidFill>
                            <a:schemeClr val="bg1"/>
                          </a:solidFill>
                          <a:latin typeface="Microsoft YaHei UI" panose="020B0503020204020204" pitchFamily="34" charset="-122"/>
                        </a:rPr>
                        <a:t>Dúvidas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6683111"/>
                  </a:ext>
                </a:extLst>
              </a:tr>
              <a:tr h="926337">
                <a:tc>
                  <a:txBody>
                    <a:bodyPr/>
                    <a:lstStyle/>
                    <a:p>
                      <a:r>
                        <a:rPr lang="pt-BR">
                          <a:ln>
                            <a:noFill/>
                          </a:ln>
                          <a:solidFill>
                            <a:schemeClr val="bg1"/>
                          </a:solidFill>
                          <a:effectLst/>
                          <a:latin typeface="Segoe UI" panose="020B0502040204020203" pitchFamily="34" charset="0"/>
                          <a:cs typeface="Segoe UI" panose="020B0502040204020203" pitchFamily="34" charset="0"/>
                        </a:rPr>
                        <a:t>O descarte atual no Instituto é manual e gera acúmulo físico.</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Os funcionários da TI vão aderir ao processo de triagem obrigatória.</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Onde essas peças serão armazenadas?</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extLst>
                  <a:ext uri="{0D108BD9-81ED-4DB2-BD59-A6C34878D82A}">
                    <a16:rowId xmlns:a16="http://schemas.microsoft.com/office/drawing/2014/main" val="1571135360"/>
                  </a:ext>
                </a:extLst>
              </a:tr>
              <a:tr h="9682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a:ln>
                            <a:noFill/>
                          </a:ln>
                          <a:solidFill>
                            <a:schemeClr val="bg1"/>
                          </a:solidFill>
                          <a:effectLst/>
                          <a:latin typeface="Segoe UI" panose="020B0502040204020203" pitchFamily="34" charset="0"/>
                          <a:cs typeface="Segoe UI" panose="020B0502040204020203" pitchFamily="34" charset="0"/>
                        </a:rPr>
                        <a:t>Lixo eletrônico possui componentes altamente tóxicos.</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O sistema de triagem didática será útil para os professores de hardware.</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Quais empresas de coleta parceiras atendem a região com certificado?</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extLst>
                  <a:ext uri="{0D108BD9-81ED-4DB2-BD59-A6C34878D82A}">
                    <a16:rowId xmlns:a16="http://schemas.microsoft.com/office/drawing/2014/main" val="3635729676"/>
                  </a:ext>
                </a:extLst>
              </a:tr>
              <a:tr h="9263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a:ln>
                            <a:noFill/>
                          </a:ln>
                          <a:solidFill>
                            <a:schemeClr val="bg1"/>
                          </a:solidFill>
                          <a:effectLst/>
                          <a:latin typeface="Segoe UI" panose="020B0502040204020203" pitchFamily="34" charset="0"/>
                          <a:cs typeface="Segoe UI" panose="020B0502040204020203" pitchFamily="34" charset="0"/>
                        </a:rPr>
                        <a:t>O reaproveitamento de peças (SSD/RAM) reduz custos de manutenção.</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A triagem guiada melhorará a organização.</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latin typeface="Segoe UI" panose="020B0502040204020203" pitchFamily="34" charset="0"/>
                          <a:cs typeface="Segoe UI" panose="020B0502040204020203" pitchFamily="34" charset="0"/>
                        </a:rPr>
                        <a:t>A aderência ao projeto gera custos extras?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extLst>
                  <a:ext uri="{0D108BD9-81ED-4DB2-BD59-A6C34878D82A}">
                    <a16:rowId xmlns:a16="http://schemas.microsoft.com/office/drawing/2014/main" val="2076568112"/>
                  </a:ext>
                </a:extLst>
              </a:tr>
              <a:tr h="968251">
                <a:tc>
                  <a:txBody>
                    <a:bodyPr/>
                    <a:lstStyle/>
                    <a:p>
                      <a:r>
                        <a:rPr lang="pt-BR">
                          <a:ln>
                            <a:noFill/>
                          </a:ln>
                          <a:solidFill>
                            <a:schemeClr val="bg1"/>
                          </a:solidFill>
                          <a:effectLst/>
                          <a:latin typeface="Segoe UI" panose="020B0502040204020203" pitchFamily="34" charset="0"/>
                          <a:cs typeface="Segoe UI" panose="020B0502040204020203" pitchFamily="34" charset="0"/>
                        </a:rPr>
                        <a:t>Parte das peças podem ser reutilizadas.</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O uso de QR Codes será viável.</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Existe algum impedimento legal para doar/vender peças antigas?</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extLst>
                  <a:ext uri="{0D108BD9-81ED-4DB2-BD59-A6C34878D82A}">
                    <a16:rowId xmlns:a16="http://schemas.microsoft.com/office/drawing/2014/main" val="710115358"/>
                  </a:ext>
                </a:extLst>
              </a:tr>
              <a:tr h="968251">
                <a:tc>
                  <a:txBody>
                    <a:bodyPr/>
                    <a:lstStyle/>
                    <a:p>
                      <a:r>
                        <a:rPr lang="pt-BR">
                          <a:ln>
                            <a:noFill/>
                          </a:ln>
                          <a:solidFill>
                            <a:schemeClr val="bg1"/>
                          </a:solidFill>
                          <a:effectLst/>
                          <a:latin typeface="Segoe UI" panose="020B0502040204020203" pitchFamily="34" charset="0"/>
                          <a:cs typeface="Segoe UI" panose="020B0502040204020203" pitchFamily="34" charset="0"/>
                        </a:rPr>
                        <a:t>Falta organização e sistema de controle do lixo eletrônico no Instituto.</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O Projeto pode se expandir para outras instituições.</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Qual a frequência da Coleta?</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extLst>
                  <a:ext uri="{0D108BD9-81ED-4DB2-BD59-A6C34878D82A}">
                    <a16:rowId xmlns:a16="http://schemas.microsoft.com/office/drawing/2014/main" val="3917887925"/>
                  </a:ext>
                </a:extLst>
              </a:tr>
              <a:tr h="648436">
                <a:tc>
                  <a:txBody>
                    <a:bodyPr/>
                    <a:lstStyle/>
                    <a:p>
                      <a:r>
                        <a:rPr lang="pt-BR">
                          <a:ln>
                            <a:noFill/>
                          </a:ln>
                          <a:solidFill>
                            <a:schemeClr val="bg1"/>
                          </a:solidFill>
                          <a:latin typeface="Segoe UI" panose="020B0502040204020203" pitchFamily="34" charset="0"/>
                          <a:cs typeface="Segoe UI" panose="020B0502040204020203" pitchFamily="34" charset="0"/>
                        </a:rPr>
                        <a:t>Grande desperdício de componentes funcionais.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Sistema será fácil de usar.</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tc>
                  <a:txBody>
                    <a:bodyPr/>
                    <a:lstStyle/>
                    <a:p>
                      <a:r>
                        <a:rPr lang="pt-BR">
                          <a:ln>
                            <a:noFill/>
                          </a:ln>
                          <a:solidFill>
                            <a:schemeClr val="bg1"/>
                          </a:solidFill>
                          <a:effectLst/>
                          <a:latin typeface="Segoe UI" panose="020B0502040204020203" pitchFamily="34" charset="0"/>
                          <a:cs typeface="Segoe UI" panose="020B0502040204020203" pitchFamily="34" charset="0"/>
                        </a:rPr>
                        <a:t>Como garantir o registro correto?</a:t>
                      </a:r>
                      <a:endParaRPr lang="pt-BR">
                        <a:ln>
                          <a:noFill/>
                        </a:ln>
                        <a:solidFill>
                          <a:schemeClr val="bg1"/>
                        </a:solidFill>
                        <a:latin typeface="Segoe UI" panose="020B0502040204020203" pitchFamily="34" charset="0"/>
                        <a:cs typeface="Segoe UI" panose="020B05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1E6"/>
                    </a:solidFill>
                  </a:tcPr>
                </a:tc>
                <a:extLst>
                  <a:ext uri="{0D108BD9-81ED-4DB2-BD59-A6C34878D82A}">
                    <a16:rowId xmlns:a16="http://schemas.microsoft.com/office/drawing/2014/main" val="484808767"/>
                  </a:ext>
                </a:extLst>
              </a:tr>
            </a:tbl>
          </a:graphicData>
        </a:graphic>
      </p:graphicFrame>
    </p:spTree>
    <p:extLst>
      <p:ext uri="{BB962C8B-B14F-4D97-AF65-F5344CB8AC3E}">
        <p14:creationId xmlns:p14="http://schemas.microsoft.com/office/powerpoint/2010/main" val="3067799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594245-D2CF-6BA1-7C49-2D6B16827940}"/>
              </a:ext>
            </a:extLst>
          </p:cNvPr>
          <p:cNvSpPr>
            <a:spLocks noGrp="1"/>
          </p:cNvSpPr>
          <p:nvPr>
            <p:ph type="title"/>
          </p:nvPr>
        </p:nvSpPr>
        <p:spPr/>
        <p:txBody>
          <a:bodyPr/>
          <a:lstStyle/>
          <a:p>
            <a:r>
              <a:rPr lang="pt-BR"/>
              <a:t>DESIGN THINKING</a:t>
            </a:r>
          </a:p>
        </p:txBody>
      </p:sp>
      <p:sp>
        <p:nvSpPr>
          <p:cNvPr id="3" name="Espaço Reservado para Texto 2">
            <a:extLst>
              <a:ext uri="{FF2B5EF4-FFF2-40B4-BE49-F238E27FC236}">
                <a16:creationId xmlns:a16="http://schemas.microsoft.com/office/drawing/2014/main" id="{E369F0CB-F25C-DCF6-BAB3-24E1E09B6D48}"/>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1094909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90284-2022-5C9E-9F3D-3A26DCDF46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215F45-39A2-0FD6-BA0B-BA4664C3E3D0}"/>
              </a:ext>
            </a:extLst>
          </p:cNvPr>
          <p:cNvSpPr>
            <a:spLocks noGrp="1"/>
          </p:cNvSpPr>
          <p:nvPr>
            <p:ph type="title"/>
          </p:nvPr>
        </p:nvSpPr>
        <p:spPr>
          <a:xfrm>
            <a:off x="416689" y="598577"/>
            <a:ext cx="11101234" cy="1325563"/>
          </a:xfrm>
        </p:spPr>
        <p:txBody>
          <a:bodyPr vert="horz" lIns="91440" tIns="45720" rIns="91440" bIns="45720" rtlCol="0" anchor="ctr">
            <a:normAutofit/>
          </a:bodyPr>
          <a:lstStyle/>
          <a:p>
            <a:r>
              <a:rPr lang="pt-BR" kern="1200">
                <a:latin typeface="Tw Cen MT" panose="020B0602020104020603" pitchFamily="34" charset="0"/>
                <a:ea typeface="Microsoft YaHei UI" panose="020B0503020204020204" pitchFamily="34" charset="-122"/>
                <a:cs typeface="Segoe UI" panose="020B0502040204020203" pitchFamily="34" charset="0"/>
              </a:rPr>
              <a:t>Empatizar – problema do cliente</a:t>
            </a:r>
          </a:p>
        </p:txBody>
      </p:sp>
      <p:sp>
        <p:nvSpPr>
          <p:cNvPr id="4" name="CaixaDeTexto 3">
            <a:extLst>
              <a:ext uri="{FF2B5EF4-FFF2-40B4-BE49-F238E27FC236}">
                <a16:creationId xmlns:a16="http://schemas.microsoft.com/office/drawing/2014/main" id="{8441F431-21BB-F884-6893-144FD1B10D4E}"/>
              </a:ext>
            </a:extLst>
          </p:cNvPr>
          <p:cNvSpPr txBox="1"/>
          <p:nvPr/>
        </p:nvSpPr>
        <p:spPr>
          <a:xfrm>
            <a:off x="1907709" y="2506662"/>
            <a:ext cx="8376582"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pt-BR" sz="2400">
                <a:effectLst/>
                <a:latin typeface="Segoe UI" panose="020B0502040204020203" pitchFamily="34" charset="0"/>
                <a:cs typeface="Segoe UI" panose="020B0502040204020203" pitchFamily="34" charset="0"/>
              </a:rPr>
              <a:t>A TI do Instituto J&amp;F enfrenta problemas no descarte atual de lixo eletrônico. Até agora a TI armazena alto volume de equipamentos, tem pouca organização, não tem padronização e os registros são manualmente feitos em planilha. Tudo isso impacta </a:t>
            </a:r>
            <a:r>
              <a:rPr lang="pt-BR" sz="2400">
                <a:latin typeface="Segoe UI" panose="020B0502040204020203" pitchFamily="34" charset="0"/>
                <a:cs typeface="Segoe UI" panose="020B0502040204020203" pitchFamily="34" charset="0"/>
              </a:rPr>
              <a:t>a empresa</a:t>
            </a:r>
            <a:r>
              <a:rPr lang="pt-BR" sz="2400">
                <a:effectLst/>
                <a:latin typeface="Segoe UI" panose="020B0502040204020203" pitchFamily="34" charset="0"/>
                <a:cs typeface="Segoe UI" panose="020B0502040204020203" pitchFamily="34" charset="0"/>
              </a:rPr>
              <a:t> porque reduz a produtividade do time de TI e tem custo desnecessário.</a:t>
            </a:r>
            <a:endParaRPr lang="pt-BR" sz="24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92042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3A5D-1865-647A-C5AF-8EA45C1DCB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3A5E72-6B58-C8B4-5F7F-1DBD8C4CCF44}"/>
              </a:ext>
            </a:extLst>
          </p:cNvPr>
          <p:cNvSpPr>
            <a:spLocks noGrp="1"/>
          </p:cNvSpPr>
          <p:nvPr>
            <p:ph type="title"/>
          </p:nvPr>
        </p:nvSpPr>
        <p:spPr>
          <a:xfrm>
            <a:off x="416689" y="598577"/>
            <a:ext cx="11101234" cy="1325563"/>
          </a:xfrm>
        </p:spPr>
        <p:txBody>
          <a:bodyPr vert="horz" lIns="91440" tIns="45720" rIns="91440" bIns="45720" rtlCol="0" anchor="ctr">
            <a:normAutofit/>
          </a:bodyPr>
          <a:lstStyle/>
          <a:p>
            <a:r>
              <a:rPr lang="pt-BR" kern="1200">
                <a:latin typeface="Tw Cen MT" panose="020B0602020104020603" pitchFamily="34" charset="0"/>
                <a:ea typeface="Microsoft YaHei UI" panose="020B0503020204020204" pitchFamily="34" charset="-122"/>
                <a:cs typeface="Segoe UI" panose="020B0502040204020203" pitchFamily="34" charset="0"/>
              </a:rPr>
              <a:t>Definir</a:t>
            </a:r>
          </a:p>
        </p:txBody>
      </p:sp>
      <p:sp>
        <p:nvSpPr>
          <p:cNvPr id="3" name="CaixaDeTexto 2">
            <a:extLst>
              <a:ext uri="{FF2B5EF4-FFF2-40B4-BE49-F238E27FC236}">
                <a16:creationId xmlns:a16="http://schemas.microsoft.com/office/drawing/2014/main" id="{813C7BBC-C366-79C1-807E-94CD6CA74F24}"/>
              </a:ext>
            </a:extLst>
          </p:cNvPr>
          <p:cNvSpPr txBox="1"/>
          <p:nvPr/>
        </p:nvSpPr>
        <p:spPr>
          <a:xfrm>
            <a:off x="2461683" y="2371964"/>
            <a:ext cx="7011245" cy="435133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90000"/>
              </a:lnSpc>
              <a:spcBef>
                <a:spcPts val="1000"/>
              </a:spcBef>
            </a:pPr>
            <a:r>
              <a:rPr lang="pt-BR" sz="2400">
                <a:latin typeface="Segoe UI" panose="020B0502040204020203" pitchFamily="34" charset="0"/>
                <a:cs typeface="Segoe UI" panose="020B0502040204020203" pitchFamily="34" charset="0"/>
              </a:rPr>
              <a:t>O núcleo dos problemas é: </a:t>
            </a:r>
          </a:p>
          <a:p>
            <a:pPr marL="228600" indent="-228600">
              <a:lnSpc>
                <a:spcPct val="90000"/>
              </a:lnSpc>
              <a:spcBef>
                <a:spcPts val="1000"/>
              </a:spcBef>
              <a:buFont typeface="Arial" panose="020B0604020202020204" pitchFamily="34" charset="0"/>
              <a:buChar char="•"/>
            </a:pPr>
            <a:r>
              <a:rPr lang="pt-BR" sz="2400">
                <a:latin typeface="Segoe UI" panose="020B0502040204020203" pitchFamily="34" charset="0"/>
                <a:cs typeface="Segoe UI" panose="020B0502040204020203" pitchFamily="34" charset="0"/>
              </a:rPr>
              <a:t>falta de gerenciamento dos equipamentos antes deles serem removidos do instituto; </a:t>
            </a:r>
          </a:p>
          <a:p>
            <a:pPr marL="228600" indent="-228600">
              <a:lnSpc>
                <a:spcPct val="90000"/>
              </a:lnSpc>
              <a:spcBef>
                <a:spcPts val="1000"/>
              </a:spcBef>
              <a:buFont typeface="Arial" panose="020B0604020202020204" pitchFamily="34" charset="0"/>
              <a:buChar char="•"/>
            </a:pPr>
            <a:r>
              <a:rPr lang="pt-BR" sz="2400">
                <a:latin typeface="Segoe UI" panose="020B0502040204020203" pitchFamily="34" charset="0"/>
                <a:cs typeface="Segoe UI" panose="020B0502040204020203" pitchFamily="34" charset="0"/>
              </a:rPr>
              <a:t>praticidade do serviço de registros e baixas das peças e dispositivos</a:t>
            </a:r>
            <a:r>
              <a:rPr lang="pt-BR" sz="2800">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1831610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A3DA5-7372-106E-B73C-5603B94505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1A8F49-1EB1-1C90-A653-D9952FE5FF5D}"/>
              </a:ext>
            </a:extLst>
          </p:cNvPr>
          <p:cNvSpPr>
            <a:spLocks noGrp="1"/>
          </p:cNvSpPr>
          <p:nvPr>
            <p:ph type="title"/>
          </p:nvPr>
        </p:nvSpPr>
        <p:spPr>
          <a:xfrm>
            <a:off x="416689" y="598577"/>
            <a:ext cx="11101234" cy="1325563"/>
          </a:xfrm>
        </p:spPr>
        <p:txBody>
          <a:bodyPr vert="horz" lIns="91440" tIns="45720" rIns="91440" bIns="45720" rtlCol="0" anchor="ctr">
            <a:normAutofit/>
          </a:bodyPr>
          <a:lstStyle/>
          <a:p>
            <a:r>
              <a:rPr lang="pt-BR" kern="1200">
                <a:latin typeface="Tw Cen MT" panose="020B0602020104020603" pitchFamily="34" charset="0"/>
                <a:ea typeface="Microsoft YaHei UI" panose="020B0503020204020204" pitchFamily="34" charset="-122"/>
                <a:cs typeface="Segoe UI" panose="020B0502040204020203" pitchFamily="34" charset="0"/>
              </a:rPr>
              <a:t>Idear</a:t>
            </a:r>
          </a:p>
        </p:txBody>
      </p:sp>
      <p:sp>
        <p:nvSpPr>
          <p:cNvPr id="4" name="CaixaDeTexto 3">
            <a:extLst>
              <a:ext uri="{FF2B5EF4-FFF2-40B4-BE49-F238E27FC236}">
                <a16:creationId xmlns:a16="http://schemas.microsoft.com/office/drawing/2014/main" id="{67B0FC3B-C95F-B42F-8B8C-2ECFCF8FE634}"/>
              </a:ext>
            </a:extLst>
          </p:cNvPr>
          <p:cNvSpPr txBox="1"/>
          <p:nvPr/>
        </p:nvSpPr>
        <p:spPr>
          <a:xfrm>
            <a:off x="1561155" y="2284282"/>
            <a:ext cx="8812301"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pt-BR" sz="2400">
                <a:effectLst/>
                <a:latin typeface="Segoe UI" panose="020B0502040204020203" pitchFamily="34" charset="0"/>
                <a:cs typeface="Segoe UI" panose="020B0502040204020203" pitchFamily="34" charset="0"/>
              </a:rPr>
              <a:t>O espaço disponível será administrado por unidades de objetos. Todos os itens que ainda tem utilidade são designados para uma fila de espera antes de serem considerados lixo, afim de </a:t>
            </a:r>
            <a:r>
              <a:rPr lang="pt-BR" sz="2400">
                <a:latin typeface="Segoe UI" panose="020B0502040204020203" pitchFamily="34" charset="0"/>
                <a:cs typeface="Segoe UI" panose="020B0502040204020203" pitchFamily="34" charset="0"/>
              </a:rPr>
              <a:t>evitar descarte desnecessário. Aquilo que for definido como utilizável vai ser incluído no relatório enviado para a empresa de descarte. Aquilo que for considerado utilizável deve ser enviado para análise de interesse de destinação do cliente. </a:t>
            </a:r>
          </a:p>
        </p:txBody>
      </p:sp>
    </p:spTree>
    <p:extLst>
      <p:ext uri="{BB962C8B-B14F-4D97-AF65-F5344CB8AC3E}">
        <p14:creationId xmlns:p14="http://schemas.microsoft.com/office/powerpoint/2010/main" val="1035968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0FDBB-95B6-437B-66CB-E5CF656886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AAAA02-FF90-A2D6-85D9-C0188319C87F}"/>
              </a:ext>
            </a:extLst>
          </p:cNvPr>
          <p:cNvSpPr>
            <a:spLocks noGrp="1"/>
          </p:cNvSpPr>
          <p:nvPr>
            <p:ph type="title"/>
          </p:nvPr>
        </p:nvSpPr>
        <p:spPr>
          <a:xfrm>
            <a:off x="416689" y="598577"/>
            <a:ext cx="11101234" cy="1325563"/>
          </a:xfrm>
        </p:spPr>
        <p:txBody>
          <a:bodyPr vert="horz" lIns="91440" tIns="45720" rIns="91440" bIns="45720" rtlCol="0" anchor="ctr">
            <a:normAutofit/>
          </a:bodyPr>
          <a:lstStyle/>
          <a:p>
            <a:r>
              <a:rPr lang="pt-BR" kern="1200" err="1">
                <a:latin typeface="Tw Cen MT" panose="020B0602020104020603" pitchFamily="34" charset="0"/>
                <a:ea typeface="Microsoft YaHei UI" panose="020B0503020204020204" pitchFamily="34" charset="-122"/>
                <a:cs typeface="Segoe UI" panose="020B0502040204020203" pitchFamily="34" charset="0"/>
              </a:rPr>
              <a:t>Prototipar</a:t>
            </a:r>
            <a:endParaRPr lang="pt-BR" kern="1200">
              <a:latin typeface="Tw Cen MT" panose="020B0602020104020603" pitchFamily="34" charset="0"/>
              <a:ea typeface="Microsoft YaHei UI" panose="020B0503020204020204" pitchFamily="34" charset="-122"/>
              <a:cs typeface="Segoe UI" panose="020B0502040204020203" pitchFamily="34" charset="0"/>
            </a:endParaRPr>
          </a:p>
        </p:txBody>
      </p:sp>
      <p:sp>
        <p:nvSpPr>
          <p:cNvPr id="4" name="CaixaDeTexto 3">
            <a:extLst>
              <a:ext uri="{FF2B5EF4-FFF2-40B4-BE49-F238E27FC236}">
                <a16:creationId xmlns:a16="http://schemas.microsoft.com/office/drawing/2014/main" id="{44BD79CA-B817-71B7-F4CC-BE74D6637504}"/>
              </a:ext>
            </a:extLst>
          </p:cNvPr>
          <p:cNvSpPr txBox="1"/>
          <p:nvPr/>
        </p:nvSpPr>
        <p:spPr>
          <a:xfrm>
            <a:off x="674077" y="2112031"/>
            <a:ext cx="11101234"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pt-BR" sz="2400">
                <a:latin typeface="Segoe UI" panose="020B0502040204020203" pitchFamily="34" charset="0"/>
                <a:cs typeface="Segoe UI" panose="020B0502040204020203" pitchFamily="34" charset="0"/>
              </a:rPr>
              <a:t>Todo item cadastrado terá seu acesso de o QR </a:t>
            </a:r>
            <a:r>
              <a:rPr lang="pt-BR" sz="2400" err="1">
                <a:latin typeface="Segoe UI" panose="020B0502040204020203" pitchFamily="34" charset="0"/>
                <a:cs typeface="Segoe UI" panose="020B0502040204020203" pitchFamily="34" charset="0"/>
              </a:rPr>
              <a:t>Code</a:t>
            </a:r>
            <a:r>
              <a:rPr lang="pt-BR" sz="2400">
                <a:latin typeface="Segoe UI" panose="020B0502040204020203" pitchFamily="34" charset="0"/>
                <a:cs typeface="Segoe UI" panose="020B0502040204020203" pitchFamily="34" charset="0"/>
              </a:rPr>
              <a:t> atribuído à ele para acessar suas informações. O app também terá recomendações para descarte de itens tóxicos visando segurança, com um checklist caso ela esteja comprometida. Os itens funcionais entrarão numa lista onde os funcionários podem procurar itens para atualizações ou profissionais usarem como material didático, se após alguns dias os itens não forem selecionados, entram como descarte. Os itens também terão seu tempo como descartados contado para evitar que um item seja esquecido. Por fim, quando os funcionários chamarem a empresa de coleta, o app gerará um relatório que mostra os itens selecionados e seu tempo parados, para evitar a perda de valor.</a:t>
            </a:r>
          </a:p>
        </p:txBody>
      </p:sp>
    </p:spTree>
    <p:extLst>
      <p:ext uri="{BB962C8B-B14F-4D97-AF65-F5344CB8AC3E}">
        <p14:creationId xmlns:p14="http://schemas.microsoft.com/office/powerpoint/2010/main" val="3596963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91B09-5A64-D609-91A7-ADB71234FC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0E35B8-D56E-A34D-DC84-F56B4B053F89}"/>
              </a:ext>
            </a:extLst>
          </p:cNvPr>
          <p:cNvSpPr>
            <a:spLocks noGrp="1"/>
          </p:cNvSpPr>
          <p:nvPr>
            <p:ph type="title"/>
          </p:nvPr>
        </p:nvSpPr>
        <p:spPr>
          <a:xfrm>
            <a:off x="416689" y="598577"/>
            <a:ext cx="11101234" cy="1325563"/>
          </a:xfrm>
        </p:spPr>
        <p:txBody>
          <a:bodyPr anchor="ctr">
            <a:normAutofit/>
          </a:bodyPr>
          <a:lstStyle/>
          <a:p>
            <a:r>
              <a:rPr lang="pt-BR"/>
              <a:t>Testar</a:t>
            </a:r>
          </a:p>
        </p:txBody>
      </p:sp>
      <p:pic>
        <p:nvPicPr>
          <p:cNvPr id="3" name="Imagem 2">
            <a:extLst>
              <a:ext uri="{FF2B5EF4-FFF2-40B4-BE49-F238E27FC236}">
                <a16:creationId xmlns:a16="http://schemas.microsoft.com/office/drawing/2014/main" id="{ABF69590-25BD-1A38-8DD2-F181944239CA}"/>
              </a:ext>
            </a:extLst>
          </p:cNvPr>
          <p:cNvPicPr>
            <a:picLocks noChangeAspect="1"/>
          </p:cNvPicPr>
          <p:nvPr/>
        </p:nvPicPr>
        <p:blipFill>
          <a:blip r:embed="rId2"/>
          <a:stretch>
            <a:fillRect/>
          </a:stretch>
        </p:blipFill>
        <p:spPr>
          <a:xfrm>
            <a:off x="2705622" y="880764"/>
            <a:ext cx="7152362" cy="5096471"/>
          </a:xfrm>
          <a:prstGeom prst="rect">
            <a:avLst/>
          </a:prstGeom>
          <a:ln w="12700">
            <a:solidFill>
              <a:schemeClr val="tx1"/>
            </a:solidFill>
          </a:ln>
          <a:effectLst>
            <a:outerShdw blurRad="190500" algn="tl" rotWithShape="0">
              <a:srgbClr val="000000">
                <a:alpha val="40000"/>
              </a:srgbClr>
            </a:outerShdw>
          </a:effectLst>
        </p:spPr>
      </p:pic>
    </p:spTree>
    <p:extLst>
      <p:ext uri="{BB962C8B-B14F-4D97-AF65-F5344CB8AC3E}">
        <p14:creationId xmlns:p14="http://schemas.microsoft.com/office/powerpoint/2010/main" val="2623792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0C80B7-E462-9FFD-B858-2B778606C5D0}"/>
              </a:ext>
            </a:extLst>
          </p:cNvPr>
          <p:cNvSpPr>
            <a:spLocks noGrp="1"/>
          </p:cNvSpPr>
          <p:nvPr>
            <p:ph type="title"/>
          </p:nvPr>
        </p:nvSpPr>
        <p:spPr/>
        <p:txBody>
          <a:bodyPr/>
          <a:lstStyle/>
          <a:p>
            <a:r>
              <a:rPr lang="pt-BR"/>
              <a:t>PERSONA</a:t>
            </a:r>
          </a:p>
        </p:txBody>
      </p:sp>
      <p:sp>
        <p:nvSpPr>
          <p:cNvPr id="3" name="Espaço Reservado para Texto 2">
            <a:extLst>
              <a:ext uri="{FF2B5EF4-FFF2-40B4-BE49-F238E27FC236}">
                <a16:creationId xmlns:a16="http://schemas.microsoft.com/office/drawing/2014/main" id="{854D44E5-60EE-6A3B-2BDE-755225436792}"/>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1085102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6"/>
        </a:solidFill>
        <a:effectLst/>
      </p:bgPr>
    </p:bg>
    <p:spTree>
      <p:nvGrpSpPr>
        <p:cNvPr id="1" name="">
          <a:extLst>
            <a:ext uri="{FF2B5EF4-FFF2-40B4-BE49-F238E27FC236}">
              <a16:creationId xmlns:a16="http://schemas.microsoft.com/office/drawing/2014/main" id="{DF980A70-4D5C-6BFB-3FBD-0FBBD02E985F}"/>
            </a:ext>
          </a:extLst>
        </p:cNvPr>
        <p:cNvGrpSpPr/>
        <p:nvPr/>
      </p:nvGrpSpPr>
      <p:grpSpPr>
        <a:xfrm>
          <a:off x="0" y="0"/>
          <a:ext cx="0" cy="0"/>
          <a:chOff x="0" y="0"/>
          <a:chExt cx="0" cy="0"/>
        </a:xfrm>
      </p:grpSpPr>
      <p:pic>
        <p:nvPicPr>
          <p:cNvPr id="2" name="Imagem 1" descr="Interface gráfica do usuário, Texto, Aplicativo, chat ou mensagem de texto&#10;&#10;O conteúdo gerado por IA pode estar incorreto.">
            <a:extLst>
              <a:ext uri="{FF2B5EF4-FFF2-40B4-BE49-F238E27FC236}">
                <a16:creationId xmlns:a16="http://schemas.microsoft.com/office/drawing/2014/main" id="{B6C7E29C-9FBC-A9EF-B65F-EFB701DCE1A2}"/>
              </a:ext>
            </a:extLst>
          </p:cNvPr>
          <p:cNvPicPr>
            <a:picLocks noChangeAspect="1"/>
          </p:cNvPicPr>
          <p:nvPr/>
        </p:nvPicPr>
        <p:blipFill>
          <a:blip r:embed="rId2"/>
          <a:stretch>
            <a:fillRect/>
          </a:stretch>
        </p:blipFill>
        <p:spPr>
          <a:xfrm>
            <a:off x="2335026" y="701209"/>
            <a:ext cx="7802095" cy="5455583"/>
          </a:xfrm>
          <a:prstGeom prst="rect">
            <a:avLst/>
          </a:prstGeom>
        </p:spPr>
      </p:pic>
    </p:spTree>
    <p:extLst>
      <p:ext uri="{BB962C8B-B14F-4D97-AF65-F5344CB8AC3E}">
        <p14:creationId xmlns:p14="http://schemas.microsoft.com/office/powerpoint/2010/main" val="3139759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4DACE6-5EA9-B54D-7582-774E238192A4}"/>
              </a:ext>
            </a:extLst>
          </p:cNvPr>
          <p:cNvSpPr>
            <a:spLocks noGrp="1"/>
          </p:cNvSpPr>
          <p:nvPr>
            <p:ph type="title"/>
          </p:nvPr>
        </p:nvSpPr>
        <p:spPr/>
        <p:txBody>
          <a:bodyPr/>
          <a:lstStyle/>
          <a:p>
            <a:r>
              <a:rPr lang="pt-BR"/>
              <a:t>MAPA DE EMPATIA</a:t>
            </a:r>
          </a:p>
        </p:txBody>
      </p:sp>
      <p:sp>
        <p:nvSpPr>
          <p:cNvPr id="3" name="Espaço Reservado para Texto 2">
            <a:extLst>
              <a:ext uri="{FF2B5EF4-FFF2-40B4-BE49-F238E27FC236}">
                <a16:creationId xmlns:a16="http://schemas.microsoft.com/office/drawing/2014/main" id="{73129020-F9BB-760F-DB2A-79FC38BBD562}"/>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4132033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1E6"/>
        </a:solidFill>
        <a:effectLst/>
      </p:bgPr>
    </p:bg>
    <p:spTree>
      <p:nvGrpSpPr>
        <p:cNvPr id="1" name="">
          <a:extLst>
            <a:ext uri="{FF2B5EF4-FFF2-40B4-BE49-F238E27FC236}">
              <a16:creationId xmlns:a16="http://schemas.microsoft.com/office/drawing/2014/main" id="{EED70D67-3649-DBF1-A4E3-9598E0C74C97}"/>
            </a:ext>
          </a:extLst>
        </p:cNvPr>
        <p:cNvGrpSpPr/>
        <p:nvPr/>
      </p:nvGrpSpPr>
      <p:grpSpPr>
        <a:xfrm>
          <a:off x="0" y="0"/>
          <a:ext cx="0" cy="0"/>
          <a:chOff x="0" y="0"/>
          <a:chExt cx="0" cy="0"/>
        </a:xfrm>
      </p:grpSpPr>
      <p:pic>
        <p:nvPicPr>
          <p:cNvPr id="6" name="Imagem 5">
            <a:extLst>
              <a:ext uri="{FF2B5EF4-FFF2-40B4-BE49-F238E27FC236}">
                <a16:creationId xmlns:a16="http://schemas.microsoft.com/office/drawing/2014/main" id="{105CE87A-4A4D-D212-F056-D2BABB8EFFD0}"/>
              </a:ext>
            </a:extLst>
          </p:cNvPr>
          <p:cNvPicPr>
            <a:picLocks noChangeAspect="1"/>
          </p:cNvPicPr>
          <p:nvPr/>
        </p:nvPicPr>
        <p:blipFill>
          <a:blip r:embed="rId3"/>
          <a:stretch>
            <a:fillRect/>
          </a:stretch>
        </p:blipFill>
        <p:spPr>
          <a:xfrm>
            <a:off x="2262785" y="592828"/>
            <a:ext cx="7860067" cy="5561743"/>
          </a:xfrm>
          <a:prstGeom prst="rect">
            <a:avLst/>
          </a:prstGeom>
          <a:ln w="19050">
            <a:solidFill>
              <a:srgbClr val="2356B6"/>
            </a:solidFill>
          </a:ln>
          <a:effectLst>
            <a:softEdge rad="0"/>
          </a:effectLst>
        </p:spPr>
      </p:pic>
    </p:spTree>
    <p:extLst>
      <p:ext uri="{BB962C8B-B14F-4D97-AF65-F5344CB8AC3E}">
        <p14:creationId xmlns:p14="http://schemas.microsoft.com/office/powerpoint/2010/main" val="2057539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4B74A-56A2-9DD3-196D-1E4A9FB9CD92}"/>
              </a:ext>
            </a:extLst>
          </p:cNvPr>
          <p:cNvSpPr>
            <a:spLocks noGrp="1"/>
          </p:cNvSpPr>
          <p:nvPr>
            <p:ph type="title"/>
          </p:nvPr>
        </p:nvSpPr>
        <p:spPr/>
        <p:txBody>
          <a:bodyPr/>
          <a:lstStyle/>
          <a:p>
            <a:r>
              <a:rPr lang="pt-BR"/>
              <a:t>BENCHMARK</a:t>
            </a:r>
          </a:p>
        </p:txBody>
      </p:sp>
    </p:spTree>
    <p:extLst>
      <p:ext uri="{BB962C8B-B14F-4D97-AF65-F5344CB8AC3E}">
        <p14:creationId xmlns:p14="http://schemas.microsoft.com/office/powerpoint/2010/main" val="232155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4A132951-7D6C-A088-BFD8-32E8E36900E5}"/>
              </a:ext>
            </a:extLst>
          </p:cNvPr>
          <p:cNvSpPr>
            <a:spLocks noGrp="1"/>
          </p:cNvSpPr>
          <p:nvPr>
            <p:ph sz="half" idx="1"/>
          </p:nvPr>
        </p:nvSpPr>
        <p:spPr>
          <a:xfrm>
            <a:off x="479842" y="2702429"/>
            <a:ext cx="4271474" cy="3901123"/>
          </a:xfrm>
        </p:spPr>
        <p:txBody>
          <a:bodyPr>
            <a:normAutofit/>
          </a:bodyPr>
          <a:lstStyle/>
          <a:p>
            <a:pPr marL="0" indent="0">
              <a:buNone/>
            </a:pPr>
            <a:r>
              <a:rPr lang="en-US" sz="2400" err="1"/>
              <a:t>Nosso</a:t>
            </a:r>
            <a:r>
              <a:rPr lang="en-US" sz="2400"/>
              <a:t> grande </a:t>
            </a:r>
            <a:r>
              <a:rPr lang="en-US" sz="2400" err="1"/>
              <a:t>diferencial</a:t>
            </a:r>
            <a:r>
              <a:rPr lang="en-US" sz="2400"/>
              <a:t> é a </a:t>
            </a:r>
            <a:r>
              <a:rPr lang="en-US" sz="2400" err="1"/>
              <a:t>praticidade</a:t>
            </a:r>
            <a:r>
              <a:rPr lang="en-US" sz="2400"/>
              <a:t> e a </a:t>
            </a:r>
            <a:r>
              <a:rPr lang="en-US" sz="2400" err="1"/>
              <a:t>simplicidade</a:t>
            </a:r>
            <a:r>
              <a:rPr lang="en-US" sz="2400"/>
              <a:t>. </a:t>
            </a:r>
            <a:r>
              <a:rPr lang="en-US" sz="2400" err="1"/>
              <a:t>Temos</a:t>
            </a:r>
            <a:r>
              <a:rPr lang="en-US" sz="2400"/>
              <a:t> um </a:t>
            </a:r>
            <a:r>
              <a:rPr lang="en-US" sz="2400" err="1"/>
              <a:t>sistema</a:t>
            </a:r>
            <a:r>
              <a:rPr lang="en-US" sz="2400"/>
              <a:t> de </a:t>
            </a:r>
            <a:r>
              <a:rPr lang="en-US" sz="2400" err="1"/>
              <a:t>leitura</a:t>
            </a:r>
            <a:r>
              <a:rPr lang="en-US" sz="2400"/>
              <a:t> de QR codes </a:t>
            </a:r>
            <a:r>
              <a:rPr lang="en-US" sz="2400" err="1"/>
              <a:t>que</a:t>
            </a:r>
            <a:r>
              <a:rPr lang="en-US" sz="2400"/>
              <a:t> </a:t>
            </a:r>
            <a:r>
              <a:rPr lang="en-US" sz="2400" err="1"/>
              <a:t>agiliza</a:t>
            </a:r>
            <a:r>
              <a:rPr lang="en-US" sz="2400"/>
              <a:t> o </a:t>
            </a:r>
            <a:r>
              <a:rPr lang="en-US" sz="2400" err="1"/>
              <a:t>processo</a:t>
            </a:r>
            <a:r>
              <a:rPr lang="en-US" sz="2400"/>
              <a:t> de </a:t>
            </a:r>
            <a:r>
              <a:rPr lang="en-US" sz="2400" err="1"/>
              <a:t>cadastro</a:t>
            </a:r>
            <a:r>
              <a:rPr lang="en-US" sz="2400"/>
              <a:t> e </a:t>
            </a:r>
            <a:r>
              <a:rPr lang="en-US" sz="2400" err="1"/>
              <a:t>baixa</a:t>
            </a:r>
            <a:r>
              <a:rPr lang="en-US" sz="2400"/>
              <a:t> dos </a:t>
            </a:r>
            <a:r>
              <a:rPr lang="en-US" sz="2400" err="1"/>
              <a:t>produtos</a:t>
            </a:r>
            <a:r>
              <a:rPr lang="en-US" sz="2400"/>
              <a:t>. Controle do estoque e </a:t>
            </a:r>
            <a:r>
              <a:rPr lang="en-US" sz="2400" err="1"/>
              <a:t>destinação</a:t>
            </a:r>
            <a:r>
              <a:rPr lang="en-US" sz="2400"/>
              <a:t> dos </a:t>
            </a:r>
            <a:r>
              <a:rPr lang="en-US" sz="2400" err="1"/>
              <a:t>componentes</a:t>
            </a:r>
            <a:r>
              <a:rPr lang="en-US" sz="2400"/>
              <a:t>.</a:t>
            </a:r>
          </a:p>
          <a:p>
            <a:endParaRPr lang="pt-BR"/>
          </a:p>
        </p:txBody>
      </p:sp>
      <p:sp>
        <p:nvSpPr>
          <p:cNvPr id="4" name="Título 3">
            <a:extLst>
              <a:ext uri="{FF2B5EF4-FFF2-40B4-BE49-F238E27FC236}">
                <a16:creationId xmlns:a16="http://schemas.microsoft.com/office/drawing/2014/main" id="{AA5505CA-2534-543E-594F-EF99CC50A91C}"/>
              </a:ext>
            </a:extLst>
          </p:cNvPr>
          <p:cNvSpPr>
            <a:spLocks noGrp="1"/>
          </p:cNvSpPr>
          <p:nvPr>
            <p:ph type="title"/>
          </p:nvPr>
        </p:nvSpPr>
        <p:spPr>
          <a:xfrm>
            <a:off x="588125" y="952538"/>
            <a:ext cx="4163191" cy="1325563"/>
          </a:xfrm>
        </p:spPr>
        <p:txBody>
          <a:bodyPr>
            <a:normAutofit fontScale="90000"/>
          </a:bodyPr>
          <a:lstStyle/>
          <a:p>
            <a:r>
              <a:rPr lang="en-US" err="1"/>
              <a:t>Estudo</a:t>
            </a:r>
            <a:r>
              <a:rPr lang="en-US"/>
              <a:t> da </a:t>
            </a:r>
            <a:r>
              <a:rPr lang="en-US" err="1"/>
              <a:t>concorrência</a:t>
            </a:r>
            <a:r>
              <a:rPr lang="en-US"/>
              <a:t>: Benchmark</a:t>
            </a:r>
            <a:endParaRPr lang="pt-BR"/>
          </a:p>
        </p:txBody>
      </p:sp>
      <p:pic>
        <p:nvPicPr>
          <p:cNvPr id="5" name="Imagem 4">
            <a:extLst>
              <a:ext uri="{FF2B5EF4-FFF2-40B4-BE49-F238E27FC236}">
                <a16:creationId xmlns:a16="http://schemas.microsoft.com/office/drawing/2014/main" id="{AA169212-8222-2E95-D110-933BA9DCAD80}"/>
              </a:ext>
            </a:extLst>
          </p:cNvPr>
          <p:cNvPicPr>
            <a:picLocks noChangeAspect="1"/>
          </p:cNvPicPr>
          <p:nvPr/>
        </p:nvPicPr>
        <p:blipFill>
          <a:blip r:embed="rId2"/>
          <a:stretch>
            <a:fillRect/>
          </a:stretch>
        </p:blipFill>
        <p:spPr>
          <a:xfrm>
            <a:off x="4863063" y="822760"/>
            <a:ext cx="6740812" cy="5212480"/>
          </a:xfrm>
          <a:prstGeom prst="rect">
            <a:avLst/>
          </a:prstGeom>
        </p:spPr>
      </p:pic>
    </p:spTree>
    <p:extLst>
      <p:ext uri="{BB962C8B-B14F-4D97-AF65-F5344CB8AC3E}">
        <p14:creationId xmlns:p14="http://schemas.microsoft.com/office/powerpoint/2010/main" val="2212511248"/>
      </p:ext>
    </p:extLst>
  </p:cSld>
  <p:clrMapOvr>
    <a:masterClrMapping/>
  </p:clrMapOvr>
</p:sld>
</file>

<file path=ppt/theme/theme1.xml><?xml version="1.0" encoding="utf-8"?>
<a:theme xmlns:a="http://schemas.openxmlformats.org/drawingml/2006/main" name="TemaZera">
  <a:themeElements>
    <a:clrScheme name="Personalizada 1">
      <a:dk1>
        <a:srgbClr val="152D6B"/>
      </a:dk1>
      <a:lt1>
        <a:srgbClr val="F5F1E6"/>
      </a:lt1>
      <a:dk2>
        <a:srgbClr val="2457B6"/>
      </a:dk2>
      <a:lt2>
        <a:srgbClr val="FFFFFF"/>
      </a:lt2>
      <a:accent1>
        <a:srgbClr val="F59E0B"/>
      </a:accent1>
      <a:accent2>
        <a:srgbClr val="10B981"/>
      </a:accent2>
      <a:accent3>
        <a:srgbClr val="FFFFFF"/>
      </a:accent3>
      <a:accent4>
        <a:srgbClr val="FFFFFF"/>
      </a:accent4>
      <a:accent5>
        <a:srgbClr val="FFFFFF"/>
      </a:accent5>
      <a:accent6>
        <a:srgbClr val="FFFFFF"/>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aZera" id="{78618F99-6929-4CE6-9ECF-B75645642A6A}" vid="{64483CBC-C044-4BEA-8389-22C2E1D8E5AD}"/>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TemaZera</Template>
  <TotalTime>0</TotalTime>
  <Words>533</Words>
  <Application>Microsoft Office PowerPoint</Application>
  <PresentationFormat>Widescreen</PresentationFormat>
  <Paragraphs>48</Paragraphs>
  <Slides>16</Slides>
  <Notes>2</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16</vt:i4>
      </vt:variant>
    </vt:vector>
  </HeadingPairs>
  <TitlesOfParts>
    <vt:vector size="22" baseType="lpstr">
      <vt:lpstr>Microsoft YaHei UI</vt:lpstr>
      <vt:lpstr>Aptos</vt:lpstr>
      <vt:lpstr>Arial</vt:lpstr>
      <vt:lpstr>Segoe UI</vt:lpstr>
      <vt:lpstr>Tw Cen MT</vt:lpstr>
      <vt:lpstr>TemaZera</vt:lpstr>
      <vt:lpstr>Apresentação do PowerPoint</vt:lpstr>
      <vt:lpstr>INTEGRANTES</vt:lpstr>
      <vt:lpstr>MATRIZ CSD</vt:lpstr>
      <vt:lpstr>Apresentação do PowerPoint</vt:lpstr>
      <vt:lpstr>DESIGN THINKING</vt:lpstr>
      <vt:lpstr>Empatizar – problema do cliente</vt:lpstr>
      <vt:lpstr>Definir</vt:lpstr>
      <vt:lpstr>Idear</vt:lpstr>
      <vt:lpstr>Prototipar</vt:lpstr>
      <vt:lpstr>Testar</vt:lpstr>
      <vt:lpstr>PERSONA</vt:lpstr>
      <vt:lpstr>Apresentação do PowerPoint</vt:lpstr>
      <vt:lpstr>MAPA DE EMPATIA</vt:lpstr>
      <vt:lpstr>Apresentação do PowerPoint</vt:lpstr>
      <vt:lpstr>BENCHMARK</vt:lpstr>
      <vt:lpstr>Estudo da concorrência: Benchmark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Almeida Rufino</dc:creator>
  <cp:lastModifiedBy>Mariana De Souza Almeida</cp:lastModifiedBy>
  <cp:revision>2</cp:revision>
  <dcterms:created xsi:type="dcterms:W3CDTF">2026-04-30T23:40:42Z</dcterms:created>
  <dcterms:modified xsi:type="dcterms:W3CDTF">2026-05-11T00:52:00Z</dcterms:modified>
</cp:coreProperties>
</file>